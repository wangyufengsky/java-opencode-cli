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9b0edfdb3344bc" /><Relationship Type="http://schemas.openxmlformats.org/officeDocument/2006/relationships/extended-properties" Target="/docProps/app.xml" Id="R6f54d9798f7944ef" /><Relationship Type="http://schemas.openxmlformats.org/officeDocument/2006/relationships/officeDocument" Target="/ppt/presentation.xml" Id="R38f30aebc60e4f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de954d9b784eb4"/>
  </p:sldMasterIdLst>
  <p:notesMasterIdLst>
    <p:notesMasterId xmlns:r="http://schemas.openxmlformats.org/officeDocument/2006/relationships" r:id="Rbc028095139b42d8"/>
  </p:notesMasterIdLst>
  <p:sldIdLst>
    <p:sldId xmlns:r="http://schemas.openxmlformats.org/officeDocument/2006/relationships" id="256" r:id="Rd395469d62be4df5"/>
    <p:sldId xmlns:r="http://schemas.openxmlformats.org/officeDocument/2006/relationships" id="257" r:id="Rd04c243132a14bd2"/>
    <p:sldId xmlns:r="http://schemas.openxmlformats.org/officeDocument/2006/relationships" id="258" r:id="R619aca845dd04efb"/>
    <p:sldId xmlns:r="http://schemas.openxmlformats.org/officeDocument/2006/relationships" id="259" r:id="Rab6f83c55f65426e"/>
    <p:sldId xmlns:r="http://schemas.openxmlformats.org/officeDocument/2006/relationships" id="260" r:id="R23273d792ef14279"/>
    <p:sldId xmlns:r="http://schemas.openxmlformats.org/officeDocument/2006/relationships" id="261" r:id="R9b9167baf0ca4fc3"/>
    <p:sldId xmlns:r="http://schemas.openxmlformats.org/officeDocument/2006/relationships" id="262" r:id="R25f299cf638e4fdb"/>
    <p:sldId xmlns:r="http://schemas.openxmlformats.org/officeDocument/2006/relationships" id="263" r:id="R36f69b49264a4775"/>
    <p:sldId xmlns:r="http://schemas.openxmlformats.org/officeDocument/2006/relationships" id="264" r:id="R2a1b453b540d4969"/>
    <p:sldId xmlns:r="http://schemas.openxmlformats.org/officeDocument/2006/relationships" id="265" r:id="Radffc7af9eab478f"/>
    <p:sldId xmlns:r="http://schemas.openxmlformats.org/officeDocument/2006/relationships" id="266" r:id="R60c20514f7c440e9"/>
    <p:sldId xmlns:r="http://schemas.openxmlformats.org/officeDocument/2006/relationships" id="267" r:id="R57d16926ccfd498a"/>
    <p:sldId xmlns:r="http://schemas.openxmlformats.org/officeDocument/2006/relationships" id="268" r:id="R0a40900671974308"/>
    <p:sldId xmlns:r="http://schemas.openxmlformats.org/officeDocument/2006/relationships" id="269" r:id="R90649e9235554ae8"/>
    <p:sldId xmlns:r="http://schemas.openxmlformats.org/officeDocument/2006/relationships" id="270" r:id="Ra902641bac094cfb"/>
    <p:sldId xmlns:r="http://schemas.openxmlformats.org/officeDocument/2006/relationships" id="271" r:id="Rfbad182b7e7c4fd1"/>
    <p:sldId xmlns:r="http://schemas.openxmlformats.org/officeDocument/2006/relationships" id="272" r:id="Rbf91e98761a54e0c"/>
    <p:sldId xmlns:r="http://schemas.openxmlformats.org/officeDocument/2006/relationships" id="273" r:id="Ra7dd02d69a974246"/>
    <p:sldId xmlns:r="http://schemas.openxmlformats.org/officeDocument/2006/relationships" id="274" r:id="R1e0b48ee28d74cd8"/>
    <p:sldId xmlns:r="http://schemas.openxmlformats.org/officeDocument/2006/relationships" id="275" r:id="R7744767f9ef84ff3"/>
    <p:sldId xmlns:r="http://schemas.openxmlformats.org/officeDocument/2006/relationships" id="276" r:id="R875b0a1686a644c2"/>
    <p:sldId xmlns:r="http://schemas.openxmlformats.org/officeDocument/2006/relationships" id="277" r:id="Rede64bcb08174ec1"/>
    <p:sldId xmlns:r="http://schemas.openxmlformats.org/officeDocument/2006/relationships" id="278" r:id="R44e82e3d34624576"/>
    <p:sldId xmlns:r="http://schemas.openxmlformats.org/officeDocument/2006/relationships" id="279" r:id="Ra9855d0b360f4ed0"/>
    <p:sldId xmlns:r="http://schemas.openxmlformats.org/officeDocument/2006/relationships" id="280" r:id="Rfd3c4daacc7548d5"/>
    <p:sldId xmlns:r="http://schemas.openxmlformats.org/officeDocument/2006/relationships" id="281" r:id="Rb2e826b211b54b32"/>
    <p:sldId xmlns:r="http://schemas.openxmlformats.org/officeDocument/2006/relationships" id="282" r:id="R8936076bf1ad4bcf"/>
    <p:sldId xmlns:r="http://schemas.openxmlformats.org/officeDocument/2006/relationships" id="283" r:id="R796b1b7334ab4678"/>
    <p:sldId xmlns:r="http://schemas.openxmlformats.org/officeDocument/2006/relationships" id="284" r:id="Rb044bfa821684413"/>
    <p:sldId xmlns:r="http://schemas.openxmlformats.org/officeDocument/2006/relationships" id="285" r:id="R449ab32960f64e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5fc109d98142c8" /><Relationship Type="http://schemas.openxmlformats.org/officeDocument/2006/relationships/slideMaster" Target="/ppt/slideMasters/slideMaster1.xml" Id="R43de954d9b784eb4" /><Relationship Type="http://schemas.openxmlformats.org/officeDocument/2006/relationships/notesMaster" Target="/ppt/notesMasters/notesMaster1.xml" Id="Rbc028095139b42d8" /><Relationship Type="http://schemas.openxmlformats.org/officeDocument/2006/relationships/presProps" Target="/ppt/presProps.xml" Id="R99fa1f8f625f4699" /><Relationship Type="http://schemas.openxmlformats.org/officeDocument/2006/relationships/tableStyles" Target="/ppt/tableStyles.xml" Id="R74f3940d94384efe" /><Relationship Type="http://schemas.openxmlformats.org/officeDocument/2006/relationships/slide" Target="/ppt/slides/slide1.xml" Id="Rd395469d62be4df5" /><Relationship Type="http://schemas.openxmlformats.org/officeDocument/2006/relationships/slide" Target="/ppt/slides/slide2.xml" Id="Rd04c243132a14bd2" /><Relationship Type="http://schemas.openxmlformats.org/officeDocument/2006/relationships/slide" Target="/ppt/slides/slide3.xml" Id="R619aca845dd04efb" /><Relationship Type="http://schemas.openxmlformats.org/officeDocument/2006/relationships/slide" Target="/ppt/slides/slide4.xml" Id="Rab6f83c55f65426e" /><Relationship Type="http://schemas.openxmlformats.org/officeDocument/2006/relationships/slide" Target="/ppt/slides/slide5.xml" Id="R23273d792ef14279" /><Relationship Type="http://schemas.openxmlformats.org/officeDocument/2006/relationships/slide" Target="/ppt/slides/slide6.xml" Id="R9b9167baf0ca4fc3" /><Relationship Type="http://schemas.openxmlformats.org/officeDocument/2006/relationships/slide" Target="/ppt/slides/slide7.xml" Id="R25f299cf638e4fdb" /><Relationship Type="http://schemas.openxmlformats.org/officeDocument/2006/relationships/slide" Target="/ppt/slides/slide8.xml" Id="R36f69b49264a4775" /><Relationship Type="http://schemas.openxmlformats.org/officeDocument/2006/relationships/slide" Target="/ppt/slides/slide9.xml" Id="R2a1b453b540d4969" /><Relationship Type="http://schemas.openxmlformats.org/officeDocument/2006/relationships/slide" Target="/ppt/slides/slide10.xml" Id="Radffc7af9eab478f" /><Relationship Type="http://schemas.openxmlformats.org/officeDocument/2006/relationships/slide" Target="/ppt/slides/slide11.xml" Id="R60c20514f7c440e9" /><Relationship Type="http://schemas.openxmlformats.org/officeDocument/2006/relationships/slide" Target="/ppt/slides/slide12.xml" Id="R57d16926ccfd498a" /><Relationship Type="http://schemas.openxmlformats.org/officeDocument/2006/relationships/slide" Target="/ppt/slides/slide13.xml" Id="R0a40900671974308" /><Relationship Type="http://schemas.openxmlformats.org/officeDocument/2006/relationships/slide" Target="/ppt/slides/slide14.xml" Id="R90649e9235554ae8" /><Relationship Type="http://schemas.openxmlformats.org/officeDocument/2006/relationships/slide" Target="/ppt/slides/slide15.xml" Id="Ra902641bac094cfb" /><Relationship Type="http://schemas.openxmlformats.org/officeDocument/2006/relationships/slide" Target="/ppt/slides/slide16.xml" Id="Rfbad182b7e7c4fd1" /><Relationship Type="http://schemas.openxmlformats.org/officeDocument/2006/relationships/slide" Target="/ppt/slides/slide17.xml" Id="Rbf91e98761a54e0c" /><Relationship Type="http://schemas.openxmlformats.org/officeDocument/2006/relationships/slide" Target="/ppt/slides/slide18.xml" Id="Ra7dd02d69a974246" /><Relationship Type="http://schemas.openxmlformats.org/officeDocument/2006/relationships/slide" Target="/ppt/slides/slide19.xml" Id="R1e0b48ee28d74cd8" /><Relationship Type="http://schemas.openxmlformats.org/officeDocument/2006/relationships/slide" Target="/ppt/slides/slide20.xml" Id="R7744767f9ef84ff3" /><Relationship Type="http://schemas.openxmlformats.org/officeDocument/2006/relationships/slide" Target="/ppt/slides/slide21.xml" Id="R875b0a1686a644c2" /><Relationship Type="http://schemas.openxmlformats.org/officeDocument/2006/relationships/slide" Target="/ppt/slides/slide22.xml" Id="Rede64bcb08174ec1" /><Relationship Type="http://schemas.openxmlformats.org/officeDocument/2006/relationships/slide" Target="/ppt/slides/slide23.xml" Id="R44e82e3d34624576" /><Relationship Type="http://schemas.openxmlformats.org/officeDocument/2006/relationships/slide" Target="/ppt/slides/slide24.xml" Id="Ra9855d0b360f4ed0" /><Relationship Type="http://schemas.openxmlformats.org/officeDocument/2006/relationships/slide" Target="/ppt/slides/slide25.xml" Id="Rfd3c4daacc7548d5" /><Relationship Type="http://schemas.openxmlformats.org/officeDocument/2006/relationships/slide" Target="/ppt/slides/slide26.xml" Id="Rb2e826b211b54b32" /><Relationship Type="http://schemas.openxmlformats.org/officeDocument/2006/relationships/slide" Target="/ppt/slides/slide27.xml" Id="R8936076bf1ad4bcf" /><Relationship Type="http://schemas.openxmlformats.org/officeDocument/2006/relationships/slide" Target="/ppt/slides/slide28.xml" Id="R796b1b7334ab4678" /><Relationship Type="http://schemas.openxmlformats.org/officeDocument/2006/relationships/slide" Target="/ppt/slides/slide29.xml" Id="Rb044bfa821684413" /><Relationship Type="http://schemas.openxmlformats.org/officeDocument/2006/relationships/slide" Target="/ppt/slides/slide30.xml" Id="R449ab32960f64e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f8526333ce48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6b4661ec864c51" /><Relationship Type="http://schemas.openxmlformats.org/officeDocument/2006/relationships/notesMaster" Target="/ppt/notesMasters/notesMaster1.xml" Id="Rbaf359d3a60946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f2ae96401b415f" /><Relationship Type="http://schemas.openxmlformats.org/officeDocument/2006/relationships/notesMaster" Target="/ppt/notesMasters/notesMaster1.xml" Id="Rcb631219239245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93fa3794bc4629" /><Relationship Type="http://schemas.openxmlformats.org/officeDocument/2006/relationships/notesMaster" Target="/ppt/notesMasters/notesMaster1.xml" Id="R4b76602217a34c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c2d389e7204b2e" /><Relationship Type="http://schemas.openxmlformats.org/officeDocument/2006/relationships/notesMaster" Target="/ppt/notesMasters/notesMaster1.xml" Id="Raa5273a49bb646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7bc6f2d09e4ec6" /><Relationship Type="http://schemas.openxmlformats.org/officeDocument/2006/relationships/notesMaster" Target="/ppt/notesMasters/notesMaster1.xml" Id="R848709555c5b42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4eed2ff37b4758" /><Relationship Type="http://schemas.openxmlformats.org/officeDocument/2006/relationships/notesMaster" Target="/ppt/notesMasters/notesMaster1.xml" Id="R4c9aab364eab40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db3bb7d5654248" /><Relationship Type="http://schemas.openxmlformats.org/officeDocument/2006/relationships/notesMaster" Target="/ppt/notesMasters/notesMaster1.xml" Id="R8a2961ae31694f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0e9ab9ca824515" /><Relationship Type="http://schemas.openxmlformats.org/officeDocument/2006/relationships/notesMaster" Target="/ppt/notesMasters/notesMaster1.xml" Id="R8eda4b1377dc44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4e66b5afae446a" /><Relationship Type="http://schemas.openxmlformats.org/officeDocument/2006/relationships/notesMaster" Target="/ppt/notesMasters/notesMaster1.xml" Id="R93472ee9863c4a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ee55b2ee4f40ef" /><Relationship Type="http://schemas.openxmlformats.org/officeDocument/2006/relationships/notesMaster" Target="/ppt/notesMasters/notesMaster1.xml" Id="Rc64c1ccbd9474c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3945b9668e469d" /><Relationship Type="http://schemas.openxmlformats.org/officeDocument/2006/relationships/notesMaster" Target="/ppt/notesMasters/notesMaster1.xml" Id="Rb27546913e6d45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0c8545d8e84921" /><Relationship Type="http://schemas.openxmlformats.org/officeDocument/2006/relationships/notesMaster" Target="/ppt/notesMasters/notesMaster1.xml" Id="Rb6f5451ad9414c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0fbe5f8eef4b32" /><Relationship Type="http://schemas.openxmlformats.org/officeDocument/2006/relationships/notesMaster" Target="/ppt/notesMasters/notesMaster1.xml" Id="Ra630b266c1e248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549b4a4d99491e" /><Relationship Type="http://schemas.openxmlformats.org/officeDocument/2006/relationships/notesMaster" Target="/ppt/notesMasters/notesMaster1.xml" Id="R02696767a54c4e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7c2e6cad06469c" /><Relationship Type="http://schemas.openxmlformats.org/officeDocument/2006/relationships/notesMaster" Target="/ppt/notesMasters/notesMaster1.xml" Id="Rf23b98a40de945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c183a3d7cb42f8" /><Relationship Type="http://schemas.openxmlformats.org/officeDocument/2006/relationships/notesMaster" Target="/ppt/notesMasters/notesMaster1.xml" Id="R84666a9f3d7c4a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1d976974c7747a1" /><Relationship Type="http://schemas.openxmlformats.org/officeDocument/2006/relationships/notesMaster" Target="/ppt/notesMasters/notesMaster1.xml" Id="R01e38678ef504f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f73d7264e164737" /><Relationship Type="http://schemas.openxmlformats.org/officeDocument/2006/relationships/notesMaster" Target="/ppt/notesMasters/notesMaster1.xml" Id="Rcad162b121a1466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3e5a17e144d482a" /><Relationship Type="http://schemas.openxmlformats.org/officeDocument/2006/relationships/notesMaster" Target="/ppt/notesMasters/notesMaster1.xml" Id="R137434a917fd432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d128bb3570f4d00" /><Relationship Type="http://schemas.openxmlformats.org/officeDocument/2006/relationships/notesMaster" Target="/ppt/notesMasters/notesMaster1.xml" Id="R31eb453ee6b643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b4444cff28d44b2" /><Relationship Type="http://schemas.openxmlformats.org/officeDocument/2006/relationships/notesMaster" Target="/ppt/notesMasters/notesMaster1.xml" Id="R8a85ca7a9f5b4e9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f5097644e0b47a4" /><Relationship Type="http://schemas.openxmlformats.org/officeDocument/2006/relationships/notesMaster" Target="/ppt/notesMasters/notesMaster1.xml" Id="Rb92cd4e00e1a49d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fa41e373b4042ae" /><Relationship Type="http://schemas.openxmlformats.org/officeDocument/2006/relationships/notesMaster" Target="/ppt/notesMasters/notesMaster1.xml" Id="R85fdb22590c341a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782d586926d4be9" /><Relationship Type="http://schemas.openxmlformats.org/officeDocument/2006/relationships/notesMaster" Target="/ppt/notesMasters/notesMaster1.xml" Id="R8f77dee490a24b0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6be82ee686a4041" /><Relationship Type="http://schemas.openxmlformats.org/officeDocument/2006/relationships/notesMaster" Target="/ppt/notesMasters/notesMaster1.xml" Id="R86b8a4ae93ad42c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aa8f2770892433d" /><Relationship Type="http://schemas.openxmlformats.org/officeDocument/2006/relationships/notesMaster" Target="/ppt/notesMasters/notesMaster1.xml" Id="R2c4c99c8dd20469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1099a563b4c4a84" /><Relationship Type="http://schemas.openxmlformats.org/officeDocument/2006/relationships/notesMaster" Target="/ppt/notesMasters/notesMaster1.xml" Id="R325128e02c714bd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659974fdcab4e3f" /><Relationship Type="http://schemas.openxmlformats.org/officeDocument/2006/relationships/notesMaster" Target="/ppt/notesMasters/notesMaster1.xml" Id="R99577539cc6e497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fab3787989845eb" /><Relationship Type="http://schemas.openxmlformats.org/officeDocument/2006/relationships/notesMaster" Target="/ppt/notesMasters/notesMaster1.xml" Id="R1d30103dcad4416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223b8384899443c" /><Relationship Type="http://schemas.openxmlformats.org/officeDocument/2006/relationships/notesMaster" Target="/ppt/notesMasters/notesMaster1.xml" Id="R14c45c0e811743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bde2a3a77847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f9e2024e934e4e" /><Relationship Type="http://schemas.openxmlformats.org/officeDocument/2006/relationships/slideLayout" Target="/ppt/slideLayouts/slideLayout1.xml" Id="R93bd82eeccc642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bd82eeccc642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8529308374758" /><Relationship Type="http://schemas.openxmlformats.org/officeDocument/2006/relationships/notesSlide" Target="/ppt/notesSlides/notesSlide1.xml" Id="R203189b41c324d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691da4f9e4b76" /><Relationship Type="http://schemas.openxmlformats.org/officeDocument/2006/relationships/notesSlide" Target="/ppt/notesSlides/notesSlide2.xml" Id="Rdcdb2220701a46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ac85460724462" /><Relationship Type="http://schemas.openxmlformats.org/officeDocument/2006/relationships/notesSlide" Target="/ppt/notesSlides/notesSlide3.xml" Id="Rd1165bda6d8945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b05e956484d74" /><Relationship Type="http://schemas.openxmlformats.org/officeDocument/2006/relationships/image" Target="/ppt/media/image.png" Id="Rdfd6799183604c37" /><Relationship Type="http://schemas.openxmlformats.org/officeDocument/2006/relationships/image" Target="/ppt/media/image2.png" Id="R62a118f5be444b2f" /><Relationship Type="http://schemas.openxmlformats.org/officeDocument/2006/relationships/notesSlide" Target="/ppt/notesSlides/notesSlide4.xml" Id="Ra75e8606b03b47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d9d420ce94b4a" /><Relationship Type="http://schemas.openxmlformats.org/officeDocument/2006/relationships/image" Target="/ppt/media/image3.png" Id="Rf2a10701e35f4abe" /><Relationship Type="http://schemas.openxmlformats.org/officeDocument/2006/relationships/image" Target="/ppt/media/image4.png" Id="R73360ebf25ee43a3" /><Relationship Type="http://schemas.openxmlformats.org/officeDocument/2006/relationships/notesSlide" Target="/ppt/notesSlides/notesSlide5.xml" Id="R43caa1c536e447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b50f8b43f448b" /><Relationship Type="http://schemas.openxmlformats.org/officeDocument/2006/relationships/image" Target="/ppt/media/image5.png" Id="R5fb3898546f64a86" /><Relationship Type="http://schemas.openxmlformats.org/officeDocument/2006/relationships/notesSlide" Target="/ppt/notesSlides/notesSlide6.xml" Id="Rb1f9bd4bb37945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4d4991d4d4ed0" /><Relationship Type="http://schemas.openxmlformats.org/officeDocument/2006/relationships/notesSlide" Target="/ppt/notesSlides/notesSlide7.xml" Id="R37704ae9d9fb44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c0b9f03174698" /><Relationship Type="http://schemas.openxmlformats.org/officeDocument/2006/relationships/notesSlide" Target="/ppt/notesSlides/notesSlide8.xml" Id="R84df9ef9fe2d4f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a9518f03e4613" /><Relationship Type="http://schemas.openxmlformats.org/officeDocument/2006/relationships/notesSlide" Target="/ppt/notesSlides/notesSlide9.xml" Id="R5b36f370a68740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fb6af4eee4e1f" /><Relationship Type="http://schemas.openxmlformats.org/officeDocument/2006/relationships/notesSlide" Target="/ppt/notesSlides/notesSlide10.xml" Id="R4a44c57ef7e140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282c65f934586" /><Relationship Type="http://schemas.openxmlformats.org/officeDocument/2006/relationships/notesSlide" Target="/ppt/notesSlides/notesSlide11.xml" Id="Rf56366e92ae745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c48c21ffc433b" /><Relationship Type="http://schemas.openxmlformats.org/officeDocument/2006/relationships/notesSlide" Target="/ppt/notesSlides/notesSlide12.xml" Id="Rf07d29bf6bac45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3724319684310" /><Relationship Type="http://schemas.openxmlformats.org/officeDocument/2006/relationships/notesSlide" Target="/ppt/notesSlides/notesSlide13.xml" Id="R93fedd8bc62341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ef801fb4c489b" /><Relationship Type="http://schemas.openxmlformats.org/officeDocument/2006/relationships/notesSlide" Target="/ppt/notesSlides/notesSlide14.xml" Id="R5f32a6e797694f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e56fb338d498f" /><Relationship Type="http://schemas.openxmlformats.org/officeDocument/2006/relationships/notesSlide" Target="/ppt/notesSlides/notesSlide15.xml" Id="Rfd344bfe00cd4e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88c4392c542c6" /><Relationship Type="http://schemas.openxmlformats.org/officeDocument/2006/relationships/notesSlide" Target="/ppt/notesSlides/notesSlide16.xml" Id="R3edcf7ac0a3347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325559a1341cb" /><Relationship Type="http://schemas.openxmlformats.org/officeDocument/2006/relationships/notesSlide" Target="/ppt/notesSlides/notesSlide17.xml" Id="R29fc4284693249c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a1559714b4403" /><Relationship Type="http://schemas.openxmlformats.org/officeDocument/2006/relationships/notesSlide" Target="/ppt/notesSlides/notesSlide18.xml" Id="Rf3315c96bd2143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ebac909fa4886" /><Relationship Type="http://schemas.openxmlformats.org/officeDocument/2006/relationships/notesSlide" Target="/ppt/notesSlides/notesSlide19.xml" Id="R8275d0201d9546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9375a348c4ae0" /><Relationship Type="http://schemas.openxmlformats.org/officeDocument/2006/relationships/notesSlide" Target="/ppt/notesSlides/notesSlide20.xml" Id="R0bd9016091804ee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858d8b57f4231" /><Relationship Type="http://schemas.openxmlformats.org/officeDocument/2006/relationships/notesSlide" Target="/ppt/notesSlides/notesSlide21.xml" Id="R0c4f93d93b194b7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03230da0747e5" /><Relationship Type="http://schemas.openxmlformats.org/officeDocument/2006/relationships/notesSlide" Target="/ppt/notesSlides/notesSlide22.xml" Id="R93832055d0b4440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71d472e834e55" /><Relationship Type="http://schemas.openxmlformats.org/officeDocument/2006/relationships/notesSlide" Target="/ppt/notesSlides/notesSlide23.xml" Id="R1bc1935a39234db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53c5fc2cd4e46" /><Relationship Type="http://schemas.openxmlformats.org/officeDocument/2006/relationships/notesSlide" Target="/ppt/notesSlides/notesSlide24.xml" Id="R7184b9b15a6f46b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3bced929244aa" /><Relationship Type="http://schemas.openxmlformats.org/officeDocument/2006/relationships/notesSlide" Target="/ppt/notesSlides/notesSlide25.xml" Id="Raf620775f7c041f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c810bd47b469b" /><Relationship Type="http://schemas.openxmlformats.org/officeDocument/2006/relationships/notesSlide" Target="/ppt/notesSlides/notesSlide26.xml" Id="R2d8325acbc6b435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3097bc4eb4d6b" /><Relationship Type="http://schemas.openxmlformats.org/officeDocument/2006/relationships/notesSlide" Target="/ppt/notesSlides/notesSlide27.xml" Id="Rfa2449d4016c438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eb7f00fe14acd" /><Relationship Type="http://schemas.openxmlformats.org/officeDocument/2006/relationships/notesSlide" Target="/ppt/notesSlides/notesSlide28.xml" Id="Rf94aeec62d7f43e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afcefcfb046f9" /><Relationship Type="http://schemas.openxmlformats.org/officeDocument/2006/relationships/notesSlide" Target="/ppt/notesSlides/notesSlide29.xml" Id="R6bd9ffeafa6f41f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120c335e748e4" /><Relationship Type="http://schemas.openxmlformats.org/officeDocument/2006/relationships/notesSlide" Target="/ppt/notesSlides/notesSlide30.xml" Id="R4b673590a51145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6B9A7B-FCF7-49A4-BB1A-DB1F997C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78A97-1AA0-4100-B43F-FF58C5A4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00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OPERATION MANUAL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FDC3D-46FA-49A6-AF77-C8723173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85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Git 与单元测试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链路操作手册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DC3D8-C68A-4531-BCBA-0A585289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从产品页面到程序闭环：task、prompt、Agent 执行、验收与产物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0DE01-6647-4D81-A417-F07D6214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142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623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8D124-7938-4912-9400-CB9C0CB0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程序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94692-497F-4B31-9914-DA18CD9F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编排与边界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9EF10-94AD-432B-A9EB-AB85DAF3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62100"/>
            <a:ext cx="142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623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74704-49CC-4AE6-BD55-B501EBA5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716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B543A-4F4E-4F30-9758-40A7F870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383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执行与写入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A82CF-AE25-412D-8D1B-A1B0A0D8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48000"/>
            <a:ext cx="142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623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EF372-5C06-4809-A6F3-4ED5C176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A5674-7119-4C22-9098-6111C048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242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真实输出验收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CB082-2FCA-4B14-B4FD-C9FB957D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48000"/>
            <a:ext cx="142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311F12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FCDEF-899A-4636-B08B-21C4424B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575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DBA7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DBA74"/>
                </a:solidFill>
                <a:latin typeface="PingFang SC"/>
                <a:ea typeface="PingFang SC"/>
                <a:cs typeface="PingFang SC"/>
              </a:rPr>
              <a:t>反馈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422B9-7AC8-4190-9E95-468CFA88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242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有界重试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89542F-66DD-464C-9A25-49410BFF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适用对象：技术管理者 · 开发工程师 · 测试工程师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8E8DF-2275-4271-998C-B7FE1589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2118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3E908C-5460-4548-A2FD-6D4CFC35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公共认知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7EE42-050D-43E8-8992-F15B8B32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两类读者，共用一条阅读路径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66B9B-55E5-4481-A095-9A04062F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86E6A-D76A-4A7B-8FEB-6C003716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先理解闭环，再进入两条链路；既能快速决策，也能照着操作。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90C31-CBD4-4E8C-B9B9-48F23BE7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E38CD-72B0-499E-B3B3-4845C1BF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D11D3-D74E-4EA1-8CE8-E79097DB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C2D69-F930-4037-AE96-BAD418BA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97238-85B1-4027-A255-08B27477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97607-95B9-46E9-AD52-49E38762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C63C8-1067-4FFA-96DD-933826BE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决策视角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25BB1-4394-4096-A808-D0CAD062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技术管理者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08983-A8D3-47A9-8FEB-27219BD3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4495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关注：成本是否有上限、失败是否可追溯、重跑是否精准、产物能否审计。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建议重点阅读：7–9、14–20、25–30。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B23ED-5AA0-494A-A6BC-10EEFF81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F68D8-5533-4C37-A468-5B9E07F7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407B3-31F7-4BE6-BCC3-40B6FFB2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574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B3CD2-2B05-4E6E-976E-A3B3304C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145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操作视角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304D5-7CF7-4872-8934-2F30C719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开发 / 测试工程师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CC6E0-01F8-4999-B52D-560C0846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33700"/>
            <a:ext cx="4495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关注：页面怎么填、程序实际执行什么、Agent 收到什么、失败后怎样继续。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建议顺序阅读：4–8、10–20、21–30。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2F11B-DAC8-49B6-8B1C-A3EEB4F5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19700"/>
            <a:ext cx="571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7B2C8-BC6E-4396-865E-DE2F1F0F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共同语言：task → prompt → artifact → validation → feedback</a:t>
            </a:r>
          </a:p>
        </p:txBody>
      </p:sp>
    </p:spTree>
    <p:extLst>
      <p:ext uri="{BB962C8B-B14F-4D97-AF65-F5344CB8AC3E}">
        <p14:creationId xmlns:p14="http://schemas.microsoft.com/office/powerpoint/2010/main" val="1403386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4C62EC-0F3A-4708-9AA7-BE2791E6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公共认知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D27FB-83C7-410D-A517-C61A6BD8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控制台管理的不是一次 prompt，而是一条可收敛工作流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796BA-DBA2-4E3C-A96C-3C82111C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CE9C8-5336-40D6-B6F1-7E45F38E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模型负责开放式执行；程序负责确定性边界、验收、反馈与终止。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E2F70-9316-44C4-972F-57A0998C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37EDA-CF5E-4C33-A752-7CA7EF43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158DB-2AF5-488A-B0A0-72E70DA5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EA764-6569-4351-99A5-A9647347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042F8-F2D8-4944-8188-1D4AE78A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结构化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452AE-0E6A-4A31-8D4C-35A9DF56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范围 / 模式 / 预算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F88CE-B580-4A59-8C0B-AC6D13AE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00350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8E2C5-02A9-4A69-97BB-884E89FA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336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D95B3-99DC-470B-8ED1-968572F5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56BD1-9A73-4341-A6E4-3847958C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431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Agent 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66C6D-52C7-4642-9054-BC62BD4A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575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读代码 / 写文件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5A3D2-9914-4879-9009-84A651A0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28CDF-1633-482E-9557-B2E039E2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336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460D1-A8BC-4257-8F7C-941D2C84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E0079-029F-4670-A822-A2695B25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431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真实验收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7892FE-69E0-4BD5-A2E0-F750387F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文件 / 测试 / 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F08919-9E2D-42E6-B667-B60CB148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00350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3D06A0-FBEA-4325-A966-65B49F61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336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A0C9BC-8A27-41FF-9E6E-2F764BDC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C2109F-93E9-4296-87BA-F5DF1C1E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43175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反馈或退出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449D32-9AA7-45F3-83DF-ADCF4811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纠偏 / 重跑 / 终止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152FB4-0584-446E-B30B-2FA1C195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95750"/>
            <a:ext cx="609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4A7CC6-A8A3-4020-ABF4-0C8B5C72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053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Loop 的关键不是“再问一次”，而是把上一轮的失败事实变成下一轮输入，并始终受预算与退出条件约束。</a:t>
            </a:r>
          </a:p>
        </p:txBody>
      </p:sp>
    </p:spTree>
    <p:extLst>
      <p:ext uri="{BB962C8B-B14F-4D97-AF65-F5344CB8AC3E}">
        <p14:creationId xmlns:p14="http://schemas.microsoft.com/office/powerpoint/2010/main" val="601942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AE67E4-B12F-41B5-B412-51595352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产品页面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899EB-244A-460C-97A8-C175BBEA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五个页面覆盖创建、观察、追溯与调度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295FE-019D-451F-B68D-1D7C2CAD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2EF9D-8BA7-4BE4-A833-5A439D27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页面是工作流的控制面；所有运行状态最终都回到同一套控制台。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E9F1C-57DA-42C5-86DF-8F1FBBC8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1705C-A248-4EC2-86F2-18231675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FCE3F-2AB4-48CA-96B2-2BA6972E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C47DE-35C4-476F-BE60-FEF1DAF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52959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6799183604c37"/>
          <a:srcRect xmlns:a="http://schemas.openxmlformats.org/drawingml/2006/main" l="40" t="0" r="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33550"/>
            <a:ext cx="5219700" cy="3714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34FA4-97C9-42D7-A6C3-374C571D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95450"/>
            <a:ext cx="52959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118f5be444b2f"/>
          <a:srcRect xmlns:a="http://schemas.openxmlformats.org/drawingml/2006/main" l="40" t="0" r="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733550"/>
            <a:ext cx="5219700" cy="3714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12401-DED6-4F60-817F-FAAADC7D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38800"/>
            <a:ext cx="3619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5D20E-668C-432F-ACC2-4B432379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95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仪表盘：看总体状态与待处理项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E6917-FA07-4ACB-A3D9-956C5EEF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638800"/>
            <a:ext cx="3619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C5FBE-C493-4CD2-9BC3-BB8DAAE7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695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历史：按 chain / 状态 / 时间追溯</a:t>
            </a:r>
          </a:p>
        </p:txBody>
      </p:sp>
    </p:spTree>
    <p:extLst>
      <p:ext uri="{BB962C8B-B14F-4D97-AF65-F5344CB8AC3E}">
        <p14:creationId xmlns:p14="http://schemas.microsoft.com/office/powerpoint/2010/main" val="17811638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8877E8-89D1-420B-8A21-E77B9F51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产品页面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29F38-C667-4A59-941A-606BB102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创建运行时，先锁定 chain、mode 与配置快照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64E30-2724-402B-88F7-65C9B1FF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301BE-8251-46AE-8E28-49FD3DDF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Git 与单测共用表单框架，但字段由 chain schema 动态切换。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2AF97-AAB0-4DFA-8F80-6A290DAD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92AFC-8897-44D9-BAF4-59F47D1A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C4670-E8E4-4477-96BB-5460DD1D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4E17C-8F6E-4022-B3E2-AC1DC9C0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52959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10701e35f4abe"/>
          <a:srcRect xmlns:a="http://schemas.openxmlformats.org/drawingml/2006/main" l="40" t="0" r="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14500"/>
            <a:ext cx="5219700" cy="3714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1EE7B-DF3F-4AB7-A810-6FC12721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52959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60ebf25ee43a3"/>
          <a:srcRect xmlns:a="http://schemas.openxmlformats.org/drawingml/2006/main" l="40" t="0" r="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714500"/>
            <a:ext cx="5219700" cy="3714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3A1CE-0152-45F9-9B04-A0848770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Git：paths.repo / paths.out / git.since / git.until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1B413-72C3-4108-9A0C-D5B2BDDE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638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Unit：project path / package-paths / max-attempts</a:t>
            </a:r>
          </a:p>
        </p:txBody>
      </p:sp>
    </p:spTree>
    <p:extLst>
      <p:ext uri="{BB962C8B-B14F-4D97-AF65-F5344CB8AC3E}">
        <p14:creationId xmlns:p14="http://schemas.microsoft.com/office/powerpoint/2010/main" val="510450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FA5990-3C5B-437A-8D07-FEDEA755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产品页面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E1A0A-317C-4D7D-AF0E-B737E38F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运行详情把状态、task、事件和失败原因放在同一页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2B698-1A37-4FF6-A76F-AB9EF4FD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FFED6-798F-42C6-8276-8AF6D61B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定位问题时先看阶段，再看 task/event；不要只盯最终错误文本。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03C7C-71BE-4EAD-A83A-6A9FA56F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16F81-72B6-473B-B448-CD9F807B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0EE9B-5735-4058-9A7E-1D101749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444D1-4BEC-4BC0-BAA8-26AE72B8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721995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3898546f64a86"/>
          <a:srcRect xmlns:a="http://schemas.openxmlformats.org/drawingml/2006/main" l="0" t="6313" r="0" b="63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7143750" cy="44386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C5700-E19F-4660-853D-F2EBC987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3718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2950C-2A86-43C9-893E-7B90BAA0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0FD8C-435C-48A8-90D0-888E4896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050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① 阶段进度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C586F-2728-4379-9E79-499D2054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确认失败发生在采集、Agent、验证还是产出阶段。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CF952-EB94-4F51-B4D1-504FCA4A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3718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A315F-DC5D-4AB9-8D36-4F6DF9AB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369927-4E2A-48B0-A18F-BC1B7DB4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337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② Task / Event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2F994-3363-454D-B986-46A7356A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追踪 task 状态、反馈轮次与程序发出的事件。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8B83F-25C8-40A3-9309-79F0F523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3718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FC093-4373-43CF-99F0-1D31AE63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95507-EF06-4C0B-A567-48A37B38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③ 失败摘要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02491A-F6D2-420A-A210-C2A35616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197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决定继续同任务纠偏，还是创建有边界的新重跑。</a:t>
            </a:r>
          </a:p>
        </p:txBody>
      </p:sp>
    </p:spTree>
    <p:extLst>
      <p:ext uri="{BB962C8B-B14F-4D97-AF65-F5344CB8AC3E}">
        <p14:creationId xmlns:p14="http://schemas.microsoft.com/office/powerpoint/2010/main" val="1121264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A9A506-8738-4464-AF28-C666C06F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公共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F2E65-BDE1-4393-B923-168ED585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公共闭环以真实输出为完成条件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DD002-8AF9-4765-8770-30F771A9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4C321-056D-4CED-8668-8C65E9F3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Agent 说“完成”只是信号；文件、测试和状态才是验收事实。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F4CA7-F568-44E2-A91E-D9402D41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DC6BC-7BC2-49C4-B998-EABD4FEF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8E804-0F15-4BD3-909C-D274CC95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A2869-DBDE-41F8-B7D0-50094C14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638BF-695B-4573-9F71-CC852094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860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准备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4CE4B-1B84-4135-9DD7-A7FF2D3F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清理 session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组装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23E9F-5AB2-42EA-A6D9-CD1156F1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43200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F192C-69CB-4966-B4BD-0397BD2F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7652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4CBDA-5AF9-4B8A-9E1B-0246A263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241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2BDDB-5294-4485-9D59-348E45B7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860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提交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8CF2E-E1F2-408D-970F-2B553343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创建 task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轮询 idle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3064C-5A6B-4AB1-9E94-B5061499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43200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B88D4-28D7-4841-B472-95E4DC0A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7652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E49DA-610F-43F3-B64F-AED34F5A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241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06259-4900-4D53-BD24-57ABDE8F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860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沉淀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1044D-693B-4662-BEC9-03E5FB7E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等待 settle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读取输出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4E9BF1-86D8-40DF-89B2-5E50127A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43200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D15047-318B-4DFE-9A67-F644DD58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7652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F3872-3A48-4641-A955-9D678786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19D073-1C73-4AD3-B5E2-7050ABA3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860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D41C8D-655C-41F6-8EE3-005DEB9B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validator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检查真实产物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4AB747-386D-4DF7-B49A-F4696A7D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43200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21054-ADBD-442C-9AD6-03F38531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7652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BC7278-9A5E-4C51-9FCE-8FCA4418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241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E35407-1593-41E9-AA57-A9E3E3AE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860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决策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AB02E2-ECD7-4814-A224-EE3B796A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退出 / 反馈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到达上限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354904-59D0-4BD2-B96E-88EC0EF8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14800"/>
            <a:ext cx="619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97759D-15A3-4A55-912A-210AF5E3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62450"/>
            <a:ext cx="550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9A341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A3412"/>
                </a:solidFill>
                <a:latin typeface="PingFang SC"/>
                <a:ea typeface="PingFang SC"/>
                <a:cs typeface="PingFang SC"/>
              </a:rPr>
              <a:t>验证失败且预算未耗尽：将失败摘要反馈给同一 task 或创建受控重跑；超时、上限或硬性违规则明确终止。</a:t>
            </a:r>
          </a:p>
        </p:txBody>
      </p:sp>
    </p:spTree>
    <p:extLst>
      <p:ext uri="{BB962C8B-B14F-4D97-AF65-F5344CB8AC3E}">
        <p14:creationId xmlns:p14="http://schemas.microsoft.com/office/powerpoint/2010/main" val="17837061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5CDE29-501E-4721-809A-3194ABCE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公共契约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96905-602C-493D-9E8F-323B4094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task 定义边界，prompt 交付任务，产物接受验收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92613-666D-4E76-AED1-7AD3E5F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537CE-75E0-4D8D-B113-98F3B982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三者必须成对设计：没有产物约束的 prompt 无法形成可靠闭环。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3A376-F973-4DF8-9B0E-B1BB547E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18C68-9DD4-4052-ACE9-18DEFD67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E849B-558C-4049-962C-BB3DE30F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1416E-248B-4C5F-B4F7-7F930CC8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71850" cy="373380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3B865-BF7D-48EF-99B9-2F2F2516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718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8682B-208D-4984-B01E-229831F6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TASK · 程序持有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D8E2E-D0FD-4583-B8AB-561151D0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29908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chainId: project-unit-test-generation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mode: full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projectPath: /workspace/demo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maxAttempts: 5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writeScope: src/test/**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C3C43-2357-4F21-A23F-1A7006C0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3371850" cy="373380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BB844-A19F-4980-8DCF-B1126A36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33718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CD59F-EC95-4F5F-8400-1A20A17C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PROMPT · Agent 接收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8ADDD-0789-4873-85E9-1E631E48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76475"/>
            <a:ext cx="29908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目标：为指定类型补齐测试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输入：源码、依赖、上轮 failureSummary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约束：只改测试范围；禁止改生产代码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完成：写入文件并报告变更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1A975-39F8-4F12-BBEE-7693062A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3371850" cy="373380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77E58-4FA0-4E3C-8115-3DA416AB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33718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21DDE-E5DD-4B08-BD49-3CE2651B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240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ARTIFACT · 程序验收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A2F59-6043-4E14-8280-8D004BC3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76475"/>
            <a:ext cx="29908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src/test/**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agentbridge-results.json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unit-test-generation-report.md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IDEA test result / JaCoCo coverage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受保护文件变更 = 立即失败</a:t>
            </a:r>
          </a:p>
        </p:txBody>
      </p:sp>
    </p:spTree>
    <p:extLst>
      <p:ext uri="{BB962C8B-B14F-4D97-AF65-F5344CB8AC3E}">
        <p14:creationId xmlns:p14="http://schemas.microsoft.com/office/powerpoint/2010/main" val="7324185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498119-A6CB-4E34-B50E-3C9A52FD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公共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9C851-A6C4-4F83-9443-E67BE011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三层 loop 解决不同层级的问题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1BA53-2EE7-4AB6-B8A9-4D2460D2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58AE3-004F-4292-A50B-EF608C6C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本项目的 loop 是分层的：传输层保证任务完成，业务层保证产物完整，批次层保证范围可控。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DF0F3-C03E-40AF-87CA-2F0664CB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148EC-7D69-409B-90F2-0830F1C3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648E3-1B86-4897-A4AE-7C04483E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5FDD7-3BF0-436D-8717-B8997677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290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8BB50-3A72-4A24-8E5B-BD67EF50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" cy="3352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BCD73-FE69-49BD-AE52-3B734445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B007E-6B4A-48AC-9800-C011D66C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同任务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5A5E3-8DBE-4B96-85E1-48A4A20D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L1 · Task correction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E460E-7998-44CC-8A10-DD0528A8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9718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同一 task 内反馈验收失败原因。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适用：综合报告内容不合格。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预算：默认 2 次 correction。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退出：validator 通过 / 达到上限。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465DD-EA32-4232-98DD-BB35A74A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4290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2DBE2-DBD2-4FB1-B0D9-20639452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66675" cy="3352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3702C-9B92-4B22-9959-C9C722AA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812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219F6C-DD00-49B7-9266-382209C2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383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新任务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D1539-393A-4EF8-99A0-D68A8FBA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03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L2 · Selective rerun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CF062-E550-4385-A942-E6024FFA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29718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重新创建 task，只补跑未完成对象。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适用：作者报告缺失或无效。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预算：最多 5 轮补齐。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退出：全部作者完整 / 达到上限。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A8D5B-A092-4EAC-8F68-DF51C25E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2AD10-D6AB-46B2-BEE7-6242D169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66675" cy="3352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35B57A-B302-4076-9F56-7C2CB409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812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43201-821E-48F1-8707-90A3EED6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按批次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6787FB-BF2D-4F14-8133-3FF7136B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L3 · Batch attempt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98524E-2C6E-4091-8175-84E39C32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9718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按顶层类型串行推进，每批独立重试。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适用：单测编译或执行失败。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预算：默认 5 次 attempt。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退出：当前类通过 / 失败并停止后续。</a:t>
            </a:r>
          </a:p>
        </p:txBody>
      </p:sp>
    </p:spTree>
    <p:extLst>
      <p:ext uri="{BB962C8B-B14F-4D97-AF65-F5344CB8AC3E}">
        <p14:creationId xmlns:p14="http://schemas.microsoft.com/office/powerpoint/2010/main" val="8307975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9C8326-2BE6-45C0-946D-998BC8E0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GIT 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42A8E-A5BC-4A46-8D6C-ABFEF38F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Git 报告把提交记录转成可追溯的贡献证据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06CA2-248F-4B85-A459-C0090F3D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756A0-083E-43CD-AAF3-A17193EE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先确定性采集，再由 Agent 分析作者证据，最后汇总为团队报告。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40FC7-426C-491A-A56E-FE640C3E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22CE4-C2A9-4C83-9882-B5329E50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AD51E-D4CE-4AC0-94EE-894A8473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24B05-4EF6-4C89-AFC9-25840364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83127-752A-42D7-AD2A-4CFC22AA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9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B8132-60A3-420E-98F4-1C269A13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主要阶段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DC480-FB25-4666-8822-57BC4220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478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0ECFB-2F1F-47F9-917D-AE8A0942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9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BBA49-EC1F-4C3A-8EEA-F0E7DE0B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作者任务同 session 纠偏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21A74-0E07-4610-A061-1361A76F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478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10835-24AE-49B7-A7A6-83768543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9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≤5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3873B-77C8-48FB-8EB2-8E32D42F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作者缺失选择性补跑轮次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1F3CE-BD5A-4F8E-87DE-7EC8BD8F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CAFDA-AC58-47F5-A514-E965A19C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9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≤2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4E8C4-D0A2-47E3-8B9A-BD40DA53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综合报告同任务纠偏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81249-786E-4804-A023-20011955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DC342D-F57B-4B51-BA1A-6F7EC090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采集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A9FA3-C785-4AC0-A396-9D12FDDC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git log / diff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06067-2659-413B-9383-F6E61DCD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33850"/>
            <a:ext cx="5238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AB9178-275D-4EDA-AA95-41CC6330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671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2C507B-C40D-4EF8-BAEA-D0473404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14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D8B525-A245-4736-9A8C-99CE9EAE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766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作者分析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F3AE2-8A06-4152-BDA1-FB896AF0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91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一人一 task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C4DB25-DF7E-4942-AA93-88B32BCB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33850"/>
            <a:ext cx="5238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18EAC6-F0DA-4AC1-981B-958C59F8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671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ADAF7F-90BE-484A-AEDF-D7BA181C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EC2986-9BC5-4050-A76B-9F7A137F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766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完整性门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1CA41C-0ED5-419B-A0D4-D8C32915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缺谁补谁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1CABCB-EF0B-419C-8B1A-19EFD189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33850"/>
            <a:ext cx="5238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025118-C5CC-47DB-B694-B342B5D0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0671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86BF47-D67D-4473-A365-ACEF985E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14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40220D-C5CB-4A2F-BC5B-C4C91E4C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766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综合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34151A-4BBA-404F-B941-6BA4074E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91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评分 + 总报告</a:t>
            </a:r>
          </a:p>
        </p:txBody>
      </p:sp>
    </p:spTree>
    <p:extLst>
      <p:ext uri="{BB962C8B-B14F-4D97-AF65-F5344CB8AC3E}">
        <p14:creationId xmlns:p14="http://schemas.microsoft.com/office/powerpoint/2010/main" val="18170631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FFCDF8-DB63-4645-9454-5B466864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GIT · 使用方法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7271C-CE1F-4F56-B360-C2520F91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最小配置只需要项目、时间范围、输出和 AgentBridge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EADA2-E9E9-419E-BD6E-8DB80A97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9F193-0B42-43E8-BA50-6C1FC2E2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日期边界和输出目录会进入运行快照，便于复现与审计。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98863-ED35-4535-9E9A-4F2588DA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52B6F-BF3D-42D8-A630-E0DE978D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AEAEA-080B-4B31-B1DA-BC2A34C8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E0F5D-0EF4-4903-8BC3-E91DB105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52197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07892-2CDD-4896-A7F4-83E2B661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52197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B5A90-B491-4D8D-AF66-127AEFD5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RUN CONFIG · 示例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E0371-DFF9-4F07-A6DC-27DAE32C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57425"/>
            <a:ext cx="48387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chainId: git-code-contribution-report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mode: full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paths.repo: /workspace/project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paths.out: /reports/example-run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git.since: 2026-07-01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git.until: 2026-07-14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B87C2-5A8E-4A81-AFA6-46962951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33550"/>
            <a:ext cx="51054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6E3A5-7A0E-4F97-8E2B-993ACFFC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33550"/>
            <a:ext cx="66675" cy="1085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A845E-604B-455B-B742-B421AF45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1. 选择 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8A65D-A5E3-4477-922E-06EBDF53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464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在“新建运行”页选择 git-code-contribution-report。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2BFDB-446D-45C2-B315-11D738F3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51054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D456D-E6B5-41DF-A1D9-BB9CAAD0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66675" cy="1085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BB2BF2-CE92-4038-84F0-A200340D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385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2. 填写确定性边界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06DB2-D5CE-417F-8BE0-1EE91C60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95700"/>
            <a:ext cx="464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paths.repo、paths.out、git.since、git.until。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6CBD9C-5629-451D-8819-A4389D6B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86250"/>
            <a:ext cx="5105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9D98CB-A142-414A-931C-5FAFCE3F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86250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32EB31-D33B-4B62-8461-13278BFF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148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3. 提交后看阶段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B31B8-EB28-4A53-A48F-D647CF93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7205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先确认采集成功，再观察作者 task、完整性门和综合报告。</a:t>
            </a:r>
          </a:p>
        </p:txBody>
      </p:sp>
    </p:spTree>
    <p:extLst>
      <p:ext uri="{BB962C8B-B14F-4D97-AF65-F5344CB8AC3E}">
        <p14:creationId xmlns:p14="http://schemas.microsoft.com/office/powerpoint/2010/main" val="7237793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F237D7-9500-47D6-B541-667AD95F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GIT · 程序执行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0832E-4F15-43A6-8CAF-A34E58F6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Java 先完成确定性采集，再把作者任务交给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9656C-51D2-431F-A596-F321E1B3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F2528-8462-4477-8284-C2953954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事实提取留在程序侧，Agent 只在已收窄的证据上做分析与表达。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F7181-023D-4DC9-AA09-F613B962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863DF-C843-4341-ACE4-915F097C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5F8AD-7D99-4A08-BA65-7C4FC4F0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4C81B-75E3-40EA-82C5-D7F1E154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46F66-B362-40C2-A341-A27E81A4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647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DDA9F-8BB0-4E0E-9FAF-63DD06DF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BEA5E-0DFC-454E-8E5F-24D6C495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573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读取运行快照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00071-48CE-4C04-9CF4-56410FD6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689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paths.repo / paths.out / git.since / git.until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6C15C-BA47-4E0B-80F9-2E53B7B3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E972F-E9EC-4E55-9B28-21A09EDD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647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4069C-2A00-46A3-A883-9AA4F88C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E785A-E48E-4659-9BAD-8C593E36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955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执行 Git 采集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FD3BB-8242-4F09-8398-9EA60D71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05100"/>
            <a:ext cx="689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提交、作者、变更文件、diff 统计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8B838D-763D-4F29-87CC-ED23E43B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73435-4C74-4F98-B6C4-C5CF0B08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47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98FBF5-050A-4144-89FA-082964AB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142B1-9C6C-49A1-B888-245EA665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337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生成作者证据包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E01365-2064-48E0-95D6-D50E40A0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43300"/>
            <a:ext cx="689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每位作者独立输入，降低上下文污染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E9D9C-E880-4AA1-9DA9-224209B7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58D165-6EEF-425D-B8B3-4B9D9E01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647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62F489-3401-4486-94D3-4DC52B81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BAA730-E1E5-4D7C-A33B-8F147EA5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719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创建 Agent task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E2D12F-E667-4C7D-94B1-C6E29348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81500"/>
            <a:ext cx="689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prompt + 输出路径 + validationMaxCorrections=0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B335A6-A842-4862-AF10-2DC2C14B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6AC6DF-3174-4475-9300-54770C9E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647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A0E79E-6CC6-4E7F-AC4D-878AAFC9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1D6A2A-5E23-4996-AF58-174231DB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01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进入完整性门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FE5883-83C9-4DC9-B76C-E072F0CF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19700"/>
            <a:ext cx="689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扫描全部作者产物，决定补跑集合</a:t>
            </a:r>
          </a:p>
        </p:txBody>
      </p:sp>
    </p:spTree>
    <p:extLst>
      <p:ext uri="{BB962C8B-B14F-4D97-AF65-F5344CB8AC3E}">
        <p14:creationId xmlns:p14="http://schemas.microsoft.com/office/powerpoint/2010/main" val="14103296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F44233-A859-4456-B1DC-AFD5CC82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GIT · AGENT 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892B9-66BB-48FA-BF82-A9137DD1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一个作者对应一个 task，Agent 只负责证据分析与报告写入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34EDD-FA0D-48CE-A9F1-6A26BA45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0B126-1D94-4AFC-9828-A51534BB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作者任务不做同 session correction；失败由业务完整性门选择性重建任务。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5306D-28A7-45FE-8D76-C75ECE4F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A939C-73D9-4AEA-B0F2-80951670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17961-992B-4BE2-A6C9-1DAB169F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887E8-045A-4E25-977B-3A0EEB37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2575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9B4D2-E3A7-4F81-A5A4-FA28D9D5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2575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D7593-76A6-49DD-BE68-39C46757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TASK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91F1C-947C-4849-92A3-9BE6B9FC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28765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taskName: author-report/alice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input: details/alice.json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outputs: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reports/alice/person-report.md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reports/alice/quality-summary.json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validationMaxCorrections: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CE56A-2266-478E-A92F-41E2F82C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752600"/>
            <a:ext cx="32575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1F416-780D-44CE-BA0C-C7B7010E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752600"/>
            <a:ext cx="32575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F7A09-BE49-490A-B722-B0C65F25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240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PROMPT 摘要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4DAD3-D5AF-448D-AA13-4F259D16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76475"/>
            <a:ext cx="28765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基于 detail 证据分析贡献主题与影响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引用提交与文件，不虚构事实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写入 person-report.md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写入 quality-summary.json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最后 verify_outputs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1F090-4D9E-48BC-9946-37147CC1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32575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DCBBB-A51B-4862-898F-14F273D2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32575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3961D-AF1D-4EBE-B393-3A724713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240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两个产物 · 示例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79CF3-DB3A-4BEF-B66C-F51580D8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76475"/>
            <a:ext cx="28765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reports/alice/person-report.md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# Alice 贡献报告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- 贡献主题、提交与文件证据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reports/alice/quality-summary.json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{ "status": "completed",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"summary": "..." 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77CC9-86AB-4E38-AEF9-59DB53A7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29250"/>
            <a:ext cx="6286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11DBA-E9B1-4992-A471-4D033DD7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864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程序验收：文件存在 + 非空 + 结构完整；不依赖 Agent 自报完成</a:t>
            </a:r>
          </a:p>
        </p:txBody>
      </p:sp>
    </p:spTree>
    <p:extLst>
      <p:ext uri="{BB962C8B-B14F-4D97-AF65-F5344CB8AC3E}">
        <p14:creationId xmlns:p14="http://schemas.microsoft.com/office/powerpoint/2010/main" val="15279772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F3EF7B-8FB8-4C53-8BDD-62D5EA73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GIT ·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A30C5-E6AF-40BC-85CA-D064BF89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作者产物不完整时，只补跑未达标作者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044C6-3414-4853-AF37-38DC988E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D9A19-4A8E-4472-AB3A-04058713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OutputCompletionGate 每轮全量扫描、局部补跑，最多 5 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9F04A-DF8C-4490-A6E3-F3B5F44A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CFEE9-286F-47AE-A9A0-195AAB49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17111-6322-47E2-86FB-B2E164A9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C8162-9969-4056-99E3-973399AC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6BEED-B956-46CD-99B3-77338EB4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扫描全部作者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A4530-61C4-4F34-B527-1CC6CC4A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author outputs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6DB4C-1E44-449F-A852-F1D24120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9850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996AA-E9A4-46F0-A96A-8DB4ED20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431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4B362-F6D4-4D0B-82FB-0E57B54E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4C48E-233E-4771-970E-A327EC71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526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识别缺失集合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5975F-BA4B-48F7-876B-5DBA3CCD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missing / invalid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AFDA6-F93F-4611-A502-333CEBF6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09850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D2462-B35A-45C2-AB84-8B4EE7D7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431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F37BB-E7FA-4BBD-8C27-4838596D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DFC4C-E1B8-4CA4-9B5C-6433D90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526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只建缺失 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EE1BA-699A-4FB6-B9FA-3423D765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fresh task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B15C07-8BC6-429F-A92E-F53E2B79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7A80A-7315-4E95-9133-83631D94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431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A68925-DA39-4996-8CBC-9532ACBD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907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038719-B29B-4BDD-B20F-11608750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5267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再次全量验收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4556D6-C36C-489D-ACFF-BB4ED8A9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round ≤ 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8C8269-1060-4EE6-AB9D-0262A703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05250"/>
            <a:ext cx="5867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D3807D-4F24-4B69-8A8A-693D7419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148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退出条件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D61772-FEA2-4B9E-AB48-32AA3D7A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全部作者完整 → 进入评分与综合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达到 5 轮仍不完整 → 记录 runs/incomplete-reports.json 并失败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5D508D-4EE5-423E-A2E8-3CFF19EA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19700"/>
            <a:ext cx="480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54C332-273C-41B3-8F3C-BAF62A67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76850"/>
            <a:ext cx="461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Loop 特性：对象级选择性重跑，不重复已成功作者</a:t>
            </a:r>
          </a:p>
        </p:txBody>
      </p:sp>
    </p:spTree>
    <p:extLst>
      <p:ext uri="{BB962C8B-B14F-4D97-AF65-F5344CB8AC3E}">
        <p14:creationId xmlns:p14="http://schemas.microsoft.com/office/powerpoint/2010/main" val="7616446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B10A35-6032-4682-8986-E72B6377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GIT ·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0D668-0F62-4EBB-9182-896E221D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综合报告在同一任务内最多纠偏 2 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67959-4F19-453A-B91D-05ECD4A9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112C2-9162-4CA4-9320-26749865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综合阶段适合用 validator 反馈内容缺口，而不是重新执行整条链路。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5AE96-E7FE-41EC-8E19-956C4AE5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64C92-0A4E-4088-AE9E-4C9D05D5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AC738-8E5F-493F-B5A6-DD35E207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2816A-4336-4711-B6BF-DE6F7BBC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4BFD8-3590-4CD1-9FBC-A3EE8883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14575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综合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3EA17-5AB7-4767-A0CF-726A849A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作者报告 + 评分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A22C2-DC14-480F-9227-4F55B98C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609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B47F4-9220-401D-B534-813A3F0C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050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D9BDA-D8CB-4785-A581-3FF8CF6C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526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BA958-6DF5-494C-99B0-F8BD6E8B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14575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Agent 写总报告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21395-962C-43AF-B380-0B4A1780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289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same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9CC0E-9FAF-4B31-B651-DF0A04DE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71750"/>
            <a:ext cx="609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4C575-4385-425F-92B3-C4C56D61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050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580FE-19AE-49C7-86FB-6BE94A4F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526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806AC-DBF1-4F78-BBE9-62860A1E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14575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FinalReport 验收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D3CFAB-64C3-4783-8A73-E47ADA4D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289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结构 / 内容 / 文件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A071F-3027-489A-89F3-078CAE03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609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1A5285-4268-43F9-A487-DAB80A62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050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DEFAB7-550B-4DAB-B9C2-4A788F8C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5265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8E4CC4-F300-4797-B90D-9507F185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1457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退出或反馈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23B761-1142-4FA4-9C35-D2B27AAE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289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correction ≤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16720-804D-41DF-8061-7D2E20CB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24300"/>
            <a:ext cx="7429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B3DB3B-7AFD-4FD2-A753-C8BE5A2B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24300"/>
            <a:ext cx="74295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97D7BC-4AA5-4628-A33E-0F31B9BB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95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FEEDBACK · 示例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1B73E9-5D02-4F6A-8AB2-9FF8D429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48175"/>
            <a:ext cx="704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validation failed: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- 缺少团队级主题归纳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- 未引用作者报告证据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- 输出文件路径不匹配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请在同一 task 内修正并覆盖原文件。</a:t>
            </a:r>
          </a:p>
        </p:txBody>
      </p:sp>
    </p:spTree>
    <p:extLst>
      <p:ext uri="{BB962C8B-B14F-4D97-AF65-F5344CB8AC3E}">
        <p14:creationId xmlns:p14="http://schemas.microsoft.com/office/powerpoint/2010/main" val="10907810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92D9CA-C4BE-4542-8BE0-8C0AB78E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GIT · 产物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D1E27-316D-4884-8D29-A88569AE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每个阶段都留下可检查的文件证据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28251-DD55-4C2B-8B7F-BD5988FF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FA15C-E85B-4DF9-8A13-D81A3586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产物目录既是交付物，也是 loop 决策的输入。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DC9DC-02DE-4B90-9907-5EEEE7FF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67D21-A35A-4CBE-9588-C7AC7DCC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6D846-0A98-47E9-9C07-477B6A92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F31B2-90A8-4D81-93FE-14F04821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381250" cy="24193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9D02D-0456-485E-A5AC-75A46BFF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6675" cy="2419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2FECE-1226-49EE-A3CB-DFA99872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C7290-499C-43C0-AD10-697397D0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产物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45FA5-848B-4334-A567-3B5570C0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details/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AE3CD-90B3-446F-AEC0-111A055B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924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每位作者的有界输入 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56087-1942-4B45-846E-52263D1A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47850"/>
            <a:ext cx="2381250" cy="24193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7DE5F-D744-498B-A4E8-DD6B2354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47850"/>
            <a:ext cx="66675" cy="2419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2FC7A-2AFD-46DA-8E16-49727FB3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193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B2896-3EDB-4433-B00F-A9DCD257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764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产物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36FCB-1D73-464F-BD21-6874FDC7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384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reports/&lt;author&gt;/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4F2C0-59FF-464F-8CD2-255BC93B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95600"/>
            <a:ext cx="1924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person-report.md + quality-summary.json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5195A-4632-4B70-9E73-781DFB42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2381250" cy="24193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D1DDB-7345-4FA3-970B-F4918CF1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66675" cy="2419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7F8DD8-8556-474E-9DC4-6E19ADD9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193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904AC-4A27-43E2-AB1B-53858460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产物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704E13-57FA-4C55-B56B-E87415A5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384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质量评分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4B3441-D0FD-4AE0-ADAE-03625BDC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95600"/>
            <a:ext cx="1924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quality-scores.json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Java 统一质量评分与最终排名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707C6-26B9-4675-9880-B0122B49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47850"/>
            <a:ext cx="2381250" cy="24193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532CC7-7469-41B6-AE6F-BDE00EBD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47850"/>
            <a:ext cx="66675" cy="2419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929743-5D6B-4524-9702-92F3439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193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BB21C2-4BB2-4745-A293-BBD697B1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764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产物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EF0BBB-95EC-4943-A111-0771BFF6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384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综合报告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8A6B21-2B9B-4DE5-BD77-96C29290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95600"/>
            <a:ext cx="1924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code-contribution-report.md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根目录团队综合贡献报告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1C0870-CE06-41D9-A765-EA0661B4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29150"/>
            <a:ext cx="8001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EF714A-213F-415C-8A97-718FBA96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29150"/>
            <a:ext cx="8001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BC34B7-17E5-43CD-AC06-91B2F484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incomplete-reports.json · 示例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BC3D9C-1B9E-4147-B916-9B2B7142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53025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{ "round": 3,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"missingAuthors": ["bob"],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"reason": "author report empty",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"nextAction": "rerun missing only" }</a:t>
            </a:r>
          </a:p>
        </p:txBody>
      </p:sp>
    </p:spTree>
    <p:extLst>
      <p:ext uri="{BB962C8B-B14F-4D97-AF65-F5344CB8AC3E}">
        <p14:creationId xmlns:p14="http://schemas.microsoft.com/office/powerpoint/2010/main" val="332511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A57F5E-B87D-4FB8-A08B-36CEFF71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GIT · 重跑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23BBD-66C5-4E13-94E8-66601CDA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重跑时先判断是作者问题还是综合问题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8C272-348D-402E-9430-6A313712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9BB07-89E7-4A9A-8F96-B7C1ECA7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重跑类型定义了边界；选错会扩大成本，也会掩盖真正失败点。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56982-4031-4306-B89F-FB049BFE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4F7C9-DB2D-43B3-A3E2-E45923EA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CD495-1DC8-4208-8F0B-B5DEDC5A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CE50A-B518-483E-825B-62CC859D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0673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0961D-E185-4308-8BEA-EE007D37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59284-038C-4737-BD41-5C93A9B5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8732A-C529-45A9-A317-C2300CD8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作者侧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AB724-E379-4B5A-AD9E-4B7EBD84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rerunType = author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5EBF7-ED59-4807-AF6F-57D8D3A3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4610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适用：某位作者报告缺失、空文件或格式不完整。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执行：重新处理作者侧任务 → 全量检查作者 → 重算质量分 → 继续 synthesis。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DDAC0-9117-4EB3-A5B2-8C442206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90700"/>
            <a:ext cx="50673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42F63-33E3-4005-A789-05F7DC83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9070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D957A-BD9F-41DA-A6BC-56CCFDE9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621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0050A-5EE9-466D-A65A-F767A5DE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综合侧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040C0-0676-4133-A4F0-BDEC9658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rerunType = synthesis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AF6E0B-B370-45F5-9F90-04D30ACA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4610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适用：作者产物完整，但综合报告生成或验收失败。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执行：仍先通过作者完整性门 → 重新综合 → FinalReportValidator 验收。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25392-D865-4268-B9DF-266D78B8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19700"/>
            <a:ext cx="5867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B6B38-1C36-4D9B-8F0C-1AB1F10E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76850"/>
            <a:ext cx="567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原则：重跑不是跳过前置门，而是在明确边界内恢复完整链路</a:t>
            </a:r>
          </a:p>
        </p:txBody>
      </p:sp>
    </p:spTree>
    <p:extLst>
      <p:ext uri="{BB962C8B-B14F-4D97-AF65-F5344CB8AC3E}">
        <p14:creationId xmlns:p14="http://schemas.microsoft.com/office/powerpoint/2010/main" val="11678195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74B36E-2953-4B5D-AB18-13DB9C92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GIT · PROMPT 模板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15C09-D966-453E-9159-B57E81E9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Git 实跑时，把页面参数和 Agent Prompt 一起留档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41166-D009-4EC7-B6CB-E608C95B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42F29-7F08-472D-9567-FD83B0A6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Prompt 是可审计输入：必须包含读取范围、允许写入、验收文件与失败返回格式。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8DB05-3878-4148-9402-29772415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1E48A-EB2E-4A9B-BBC6-0B5229B2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60D0C-528F-4761-AC18-E759E47D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32008-1829-44D9-A886-F2A02FBB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47629-933C-498E-9FD7-8C048F0F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F30CC-18FA-4F2A-8819-4413CBB5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TASK · 页面 / API 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6BB25-ADA1-4A77-BB49-BCEAEA60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37147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chainId: git-code-contribution-report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mode: full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paths.repo: &lt;仓库绝对路径&gt;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paths.out: &lt;本次输出目录&gt;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git.since: &lt;YYYY-MM-DD&gt;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git.until: &lt;YYYY-MM-DD&gt;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agentBridge.maxConcurrency: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8A570-A24A-49FA-8C92-DCE2809D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95450"/>
            <a:ext cx="65722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B5C86-C34C-495C-A9FF-2E7ABE01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95450"/>
            <a:ext cx="6572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341EB-55A6-4605-899E-23ADDFDF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66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AUTHOR WORKER PROMPT · 运行时模板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B829B-CC46-40FA-AF20-9DE60260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19325"/>
            <a:ext cx="61912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你是代码贡献分析 Agent。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1. 读取 summary.json、index_inputs.json 与分配给当前作者的 detail JSON。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2. 只依据输入证据总结贡献主题、关键提交、影响范围与风险。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3. 写入 reports/&lt;author&gt;/person-report.md。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4. 写入 reports/&lt;author&gt;/quality-summary.json。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5. 不得修改源码，不得访问未授权路径。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6. 若输入或工具不可用，写明 step / action / reason，禁止伪造成功。</a:t>
            </a:r>
          </a:p>
        </p:txBody>
      </p:sp>
    </p:spTree>
    <p:extLst>
      <p:ext uri="{BB962C8B-B14F-4D97-AF65-F5344CB8AC3E}">
        <p14:creationId xmlns:p14="http://schemas.microsoft.com/office/powerpoint/2010/main" val="5927433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0C2D2C-C3FD-4060-96AB-A2F2A1D5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GIT · 实跑留档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D0E9C-CC73-4DB3-9294-A94748A0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Git 运行证据：记录 task 状态和选择性补跑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F9519-D8E1-4027-B2E1-F93FFD57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38DC4-CF69-4A3C-A8B7-B3182EC1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本页故意留空；运行后替换占位框，不改变标题、字段和 Loop 注释。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B955E-4301-4638-AA82-9E1F4529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DA229-5CFD-4D84-8B16-0841DE58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EAFCB-6433-4D4D-85E9-1B073001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BBBA2-FD4E-48B2-921F-41CFEA87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02945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6B62F-5CE3-478D-8D7E-EF0454B5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78F45-DC2B-4AB2-834C-D75E6947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待补充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FBA8C-480C-44F4-961D-ECF644D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664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产品运行详情截图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58063-A723-4973-AF83-6FAE936A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6484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粘贴：运行详情页完整截图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建议同时出现 chain、终态、开始/结束时间和 task 列表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435D7-A850-4BE3-8E1E-34BF779F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367665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56A45-EFA1-4E18-B8E1-4B93207A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316FD-EAEE-474D-8487-9877D329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待补充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08506-59F9-431A-9207-A5382E2E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050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状态字段与 Loop 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A408C4-E57C-464C-BD91-95B89AC1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32956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run id（可脱敏）：__________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终态 / 事件数 / 耗时：__________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作者 task：____ / ____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rerunRound：1/N → … → N/N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补跑对象：__________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退出条件：产物通过 / 达到上限 / 执行端失败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E6DCD1-BE5A-4BEB-A6AB-97B16793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76900"/>
            <a:ext cx="6819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E32AD-3278-40EF-A6F0-69220E64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34050"/>
            <a:ext cx="662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保留失败事实：不要只截最后一屏，要能看出上一轮如何进入下一轮</a:t>
            </a:r>
          </a:p>
        </p:txBody>
      </p:sp>
    </p:spTree>
    <p:extLst>
      <p:ext uri="{BB962C8B-B14F-4D97-AF65-F5344CB8AC3E}">
        <p14:creationId xmlns:p14="http://schemas.microsoft.com/office/powerpoint/2010/main" val="16716766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301390-EC21-4F50-9F96-39527ADE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GIT · 产物留档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FD4E3-7C0D-410D-A780-FF352A98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Git 最终产物：总报告、作者报告和质量摘要成组验收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EE8FB-CDC9-4108-BB30-A2474E00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E3728-F87F-44F1-B4EA-F4392035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只有通过 validator 的文件才能放入本页；预创建模板和占位符文件不算最终产物。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1F1AF-EE3F-463C-872E-549A5009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40C8B-59A4-4FEE-AF01-21ED736F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FAA36-00ED-4BDE-849D-F6724494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A84AA-4085-4F6B-8961-933235B6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2197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69779-49DF-4E2D-ACFC-D02216F7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89D32-5C08-4A5A-AC04-3816F23B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待补充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9F047-CFCB-476E-8A35-A4665AF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code-contribution-report.md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A4933-4CD8-4AB0-81D5-B401AADC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4838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粘贴最终总报告封面或核心摘要截图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文件大小：__________  SHA-256：__________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7AF85-435F-4E50-92D7-1248D4D4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33550"/>
            <a:ext cx="54673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5B976-0971-4688-8CC7-CA0566BB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050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ECA49-339F-4B95-822E-280EDB54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21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待补充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8B27F-9BD0-4A8C-83C0-145A05BF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作者产物与评分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22522B-AFDF-4385-B38D-7595F2E0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50863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粘贴 person-report.md / quality-summary.json / quality-scores.json 的关键片段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作者数：____  通过数：____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BF329-27EA-41CC-8D07-74B1F090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4BF444-1BB1-4829-913D-9C08F8E1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49771-5D0E-4BE7-9CF3-6F4DA2DA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验收清单 · 运行后勾选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0CEA0D-BF82-4700-A3BE-444E18C3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1059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[ ] code-contribution-report.md 无占位符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[ ] 每位作者 person-report.md 完整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[ ] 每位作者 quality-summary.json 可解析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[ ] quality-scores.json 已生成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[ ] synthesis prompt 与最终 task 状态已留档</a:t>
            </a:r>
          </a:p>
        </p:txBody>
      </p:sp>
    </p:spTree>
    <p:extLst>
      <p:ext uri="{BB962C8B-B14F-4D97-AF65-F5344CB8AC3E}">
        <p14:creationId xmlns:p14="http://schemas.microsoft.com/office/powerpoint/2010/main" val="11293214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DC5368-B996-4C82-9B2B-C0841BF4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单元测试链路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4FC98-17BA-4F53-992A-FF50C23F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单元测试链路按类推进，默认不要求覆盖率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63659-F550-40AD-B03F-721425BE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9E5D5-091D-4C85-A81C-4E6E52E6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一顶层类型一个 batch；当前 batch 通过后才进入下一个。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E1D87-BB53-4186-BE2D-F2EF5EB9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E6824-709D-4702-BAC6-7C580A84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CBA19-00FF-4EA1-A1A9-004255AB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F7AD0-8C05-4B41-BFB7-7247887E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01438-FA3E-4320-89FC-491D9B84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 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34842-0AF7-402A-9BDB-5161997B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每个 batch 的范围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CBC1D-6D10-48BC-AF12-89F90889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097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A4800-B768-40C8-ABCB-DC18C8F8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716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串行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374EE-4BCB-454B-97BF-5F3D5266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384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batch 调度方式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26B63-6E38-4886-9957-A4F777CF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306D6-31D3-4037-88E9-F0DC355F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716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F7715-F197-407C-BCFF-0FAFACF7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384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默认 max-attempts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AFB55-9364-4C46-928D-C4A69957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5E819-55B0-4320-8EDE-DCB8B178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716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A5C96F-D0E8-48DD-AE01-DEAA426E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384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默认 require-coverage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13D76-062B-4B82-9980-C7132485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28575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9A54F-7659-47E3-9532-4D4970DC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66675" cy="1771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2031E-D40E-47F7-A648-39DA3841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627E66-06FE-4FA8-A0B9-9A05A53D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385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快速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0A5A1-23A0-435A-A554-BDFC79A8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默认验收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0AB557-E9BC-4EB9-9A53-96586FE4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IDEA MCP：列测试、查编译错误、运行测试、读取输出。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F920F8-2D4B-411F-8388-E57D5C35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9950"/>
            <a:ext cx="28575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71C7DB-14F4-41CE-A6B7-524908C9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9950"/>
            <a:ext cx="66675" cy="1771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4DE6F8-3339-44E0-9B6A-8EC3EA28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814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3127A6-F5B7-4E6E-AEFF-1FB0244A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385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覆盖率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6652AB-14C4-41E3-8A6B-11440CAF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005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可选验收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4C1803-3E62-4088-8137-34C1FA11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577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显式开启覆盖率后，进入 Maven / JaCoCo 分支。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62D6F5-E22C-464C-8DBC-D92BCD10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09950"/>
            <a:ext cx="28575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9EB85D-A884-428F-A794-4F9EA17E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09950"/>
            <a:ext cx="66675" cy="1771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80AACD-3B94-4980-AFA1-B3CE435B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814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C2757B-385A-434C-ADAD-CF154FF2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DC262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止损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F7E778-A84E-4C52-97CA-ED3273B1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失败行为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18AB3D-7520-464B-A7B0-326C0AE3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当前类达到上限仍失败，则停止后续 batch。</a:t>
            </a:r>
          </a:p>
        </p:txBody>
      </p:sp>
    </p:spTree>
    <p:extLst>
      <p:ext uri="{BB962C8B-B14F-4D97-AF65-F5344CB8AC3E}">
        <p14:creationId xmlns:p14="http://schemas.microsoft.com/office/powerpoint/2010/main" val="15289776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E18F0E-4AF4-4B0E-BF37-A0FA6BF7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单测 · 使用方法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1E297-EBFF-4BD7-BDE0-DB63CB67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package-paths 缩小范围，max-attempts 限制成本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408B0-D7BB-408D-87B9-48C730E8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FD79F-248A-4056-A20F-1B6C3AD8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先用小包验证链路，再逐步扩大；不要用无限重试掩盖环境问题。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00CDB-A81C-47B5-A96B-51E15627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1554A-D6A7-4983-AE67-ABA7DCCB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D8692-7003-42F9-9B9E-BF933397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29242-2EA2-4632-83FD-2F5A4BC3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25780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4242A-412F-49AE-AE6A-87D54D4D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257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60279-8B92-4725-B658-D4125249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RUN CONFIG · 示例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D2DCD-0BD1-4135-BED3-671D7B90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487680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chainId: project-unit-test-generation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mode: full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project-path: /workspace/project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package-paths: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- src/main/java/com/acme/order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max-attempts: 5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test.require-coverage: false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1AEED-B020-40B0-B218-BA673911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33550"/>
            <a:ext cx="51054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DE8C0-9401-439F-A5DD-6711CA65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33550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DD306-73C1-4944-A83D-8DE24E71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1. 收窄源码范围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A3CC2-CDAB-469A-BE86-08BED6B7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464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package-paths 支持一个或多个源码目录。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3C69D-9B3B-493A-8510-5B94BF3B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51054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97B7F-97CE-4E8C-AB92-071EA059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9B968-3D3E-4E7D-8975-70DF450D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004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2. 确认写入边界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BA6A1-488E-48A9-A9C3-90C73190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57600"/>
            <a:ext cx="464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默认只允许测试文件与链路产物。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3D45F-65B6-4776-BF35-FC025342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0050"/>
            <a:ext cx="5105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CC333-C357-409B-A90F-FC4EAF07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0050"/>
            <a:ext cx="66675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008F5-6D6D-4187-8535-70535507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86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3. 设定重试预算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95ACF-1AE8-47C7-BDF2-A1299BFC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95850"/>
            <a:ext cx="464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max-attempts 默认 5；每轮必须带回真实失败摘要。</a:t>
            </a:r>
          </a:p>
        </p:txBody>
      </p:sp>
    </p:spTree>
    <p:extLst>
      <p:ext uri="{BB962C8B-B14F-4D97-AF65-F5344CB8AC3E}">
        <p14:creationId xmlns:p14="http://schemas.microsoft.com/office/powerpoint/2010/main" val="333903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EE0B29-6E9B-4F7E-87EF-54F93DEF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单测 · 程序执行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6BCCC-B8C0-46BB-8FE3-2C8AE221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Java 把源码扫描结果拆成一类一个 batch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47B9D-7805-4A03-9F20-15F72DEE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519F7-361A-4823-9784-4416227D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批次化让变更、失败和产物都能映射到具体类型。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E4F38-DEEF-4455-989C-52963746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6B81D-CA75-4B1E-8828-08AAE5CE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E5F2C-9153-4949-A45F-56156967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A7ACB-709D-42C8-B367-C9392165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29000" cy="3619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645EB-565B-4117-A781-C391482A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29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30FC9-E1AD-4E7E-B831-F04F2883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unit-test-plan.json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5B965-BDD4-4D26-BB8A-A111A533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304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"packagePaths": [".../order"],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"types": [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  "OrderService",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  "PriceCalculator",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  "OrderValidator"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]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D7206-A80F-464B-B356-59ABCDA8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52600"/>
            <a:ext cx="666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21A96-0028-494E-889A-053F2AC5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431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B34A0-9589-4DC6-BC49-1545831F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BATCH 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B1439-A9BD-46BF-BB46-7A112994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OrderService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6999E-3AC4-407C-B1E1-38AB2556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43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attempt 1..5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5EFE4-457F-44F5-AEF1-F828BB5B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666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0C4B4-10E7-4278-81E9-16AF7B6D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6EE86-3615-441A-B790-A03C0B1E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04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BATCH 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D8AED-9A56-4B56-9C0F-9C757E33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PriceCalculator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CFB4DB-6352-4758-AEDF-FB129B7B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等待 01 通过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D8D6E-64E9-43B1-840A-78942EF7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52900"/>
            <a:ext cx="666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BE04C-8773-4637-9D4C-EC9E07DB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434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481130-F3DE-4FDB-9629-02601A05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005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BATCH 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E53628-05B3-45B2-9D5D-A3ED0801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OrderValidator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67B8C0-F030-4D2F-926C-16A06166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434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等待 02 通过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7A317A-4AF9-402E-A5B4-BEC46639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19750"/>
            <a:ext cx="3409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F38B99-17C3-477D-A1B9-20E8F20A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7690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DC262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当前 batch 失败 → 后续 batch 不再启动</a:t>
            </a:r>
          </a:p>
        </p:txBody>
      </p:sp>
    </p:spTree>
    <p:extLst>
      <p:ext uri="{BB962C8B-B14F-4D97-AF65-F5344CB8AC3E}">
        <p14:creationId xmlns:p14="http://schemas.microsoft.com/office/powerpoint/2010/main" val="7240703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29BCD4-217F-407A-A295-2FB9707F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单测 · AGENT 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F8336-1205-4FAA-A49F-6560F0AD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下一轮 prompt 会携带上一轮失败摘要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157A4-9002-4160-A8BD-EF617401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2FC3C-B681-4180-AA95-82B27CAA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每次 attempt 都是新的受控执行，反馈来自编译、测试或输出事实。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6D545-DE96-4AA7-9199-B0CD2EE9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ED950-D449-44A3-8397-7F17A7AA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1E0BF-593B-41D4-8ADE-8E6FCF19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AFC6F-6C49-4BCE-AFE5-E8C8ADAB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33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4A204-7770-467A-8D59-E684C82C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337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8ACC9-B561-41AD-B7C4-E3016AF3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ATTEMPT 1 ·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46AB6-219E-41D2-B9BF-40120B47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29527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目标：为 OrderService 生成测试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允许写入：src/test/**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禁止修改：src/main/**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验收：IDEA MCP 测试通过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C09A8-5309-4D2D-BFCA-32B66AEB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52600"/>
            <a:ext cx="3333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AA99F-4619-4D45-B068-4FD4F334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52600"/>
            <a:ext cx="33337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99E5A-FE1A-45CF-AF4B-5A688D02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240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VALIDATION · Failure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8F2D94-9600-4C40-8EBF-457BDFC9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76475"/>
            <a:ext cx="29527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Compilation failed: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OrderServiceTest.java:42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no suitable method found for create(...)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protected files: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B98D6-202A-4EC4-A450-61A578E4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F1A72-029A-49CF-A0E7-18182FA6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970CE-6152-4A6E-BD8F-6E26F29C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ATTEMPT 2 · 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FEB4C6-6509-406D-B66F-9D070E29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76475"/>
            <a:ext cx="29527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上一轮失败摘要：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- create(...) 参数签名不匹配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- 生产代码禁止修改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请读取真实方法签名后修正测试，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继续写入同一测试文件。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EBB69B-3641-4401-AD2F-305CC7C0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34000"/>
            <a:ext cx="6096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3AE098-BBED-4E59-B91C-5041AFA5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91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DC262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硬性例外：发现受保护文件变更时立即终止，不进入下一 attempt</a:t>
            </a:r>
          </a:p>
        </p:txBody>
      </p:sp>
    </p:spTree>
    <p:extLst>
      <p:ext uri="{BB962C8B-B14F-4D97-AF65-F5344CB8AC3E}">
        <p14:creationId xmlns:p14="http://schemas.microsoft.com/office/powerpoint/2010/main" val="12394492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F1EE1E-01D3-46D5-B9A8-7EE76CBB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单测 ·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4A852-CC93-4BA2-8255-25133182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每个类都在最多 5 次内通过或明确失败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F97E4-F827-409C-AB50-2D700919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9593D-4326-43E8-BC31-ACDC6D73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Loop 对象是当前顶层类型；反馈是上一轮 failureSummary；上限是 max-attempts。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4B8E0-2B68-4207-AA3A-7D56AE04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79413-04FE-4F18-B57F-0EF1B097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B0875-D26D-498A-92CF-95881B05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FF727-E580-4797-8F4A-A4851D41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1752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A49FE-9770-4515-9E2F-84D23279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预检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F2FBC-8551-43E2-B79D-2AE8669E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源码 / 依赖 / 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50D2F-3117-4C89-8638-38442DC2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14600"/>
            <a:ext cx="381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D7ABB-18FD-424A-B3EF-BCB2A9CB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4792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39A5E-8140-4D0E-910A-EC7E155C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752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5C98A-B3B3-4207-8B1E-8ADF5DBA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57425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Agent 编辑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1D69F-DA6D-469A-AD8D-86634325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clear session +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2B65D-AE66-43FB-8494-CFF65192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14600"/>
            <a:ext cx="381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A5884-C7E5-4306-B105-392C2F1D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4792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E93C87-A916-4F2B-B280-1F478AA2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95500"/>
            <a:ext cx="1752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735B1-1140-4861-BACF-2F348909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57425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DC26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保护检查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E559B-DB6F-477F-BADD-05B33679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越界即终止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93697-5725-4368-845E-5AD54D19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14600"/>
            <a:ext cx="381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436A6B-6D69-468E-A7E1-067747CE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4792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1A6FF-64AD-4B36-A300-CA4CC04F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95500"/>
            <a:ext cx="1752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F1785B-D409-4592-B325-096B5CF2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57425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IDEA 验收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D80A1-B75F-4664-B11C-36EC5EF7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编译 + 测试 + 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D5E443-B13D-48ED-B8D2-DFA73336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14600"/>
            <a:ext cx="381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43441F-8C70-4EC4-859B-559EC8EB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4792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D05428-DED2-4861-B7C3-B9C2672C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95500"/>
            <a:ext cx="1752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CF99BD-A36D-4783-83A7-AD6F7F84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57425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决策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BA9208-149B-4521-A3E9-B6DEFF8A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pass / retry / stop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FADA1C-C26B-4A80-9681-34185725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52850"/>
            <a:ext cx="6324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6BB220-1512-4598-A9C0-B33E6C11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005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重试反馈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8B5A1F-90A2-40D6-A6F1-4A7F2CDD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814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9A341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A3412"/>
                </a:solidFill>
                <a:latin typeface="PingFang SC"/>
                <a:ea typeface="PingFang SC"/>
                <a:cs typeface="PingFang SC"/>
              </a:rPr>
              <a:t>普通失败 → failureSummary 注入下一轮 prompt；attempt &lt; max-attempts 才继续。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72567D-6694-4428-9133-4E5A2F96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57800"/>
            <a:ext cx="3143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C9D6FD-4C2E-40F7-AEA9-35A65A7D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149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通过：记录结果并进入下一类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778D56-8115-42DC-B458-A67735AC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57800"/>
            <a:ext cx="3143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1F1E5E-FF20-4E5F-BC2A-448C80A1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149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DC262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失败：记录终态并停止后续类</a:t>
            </a:r>
          </a:p>
        </p:txBody>
      </p:sp>
    </p:spTree>
    <p:extLst>
      <p:ext uri="{BB962C8B-B14F-4D97-AF65-F5344CB8AC3E}">
        <p14:creationId xmlns:p14="http://schemas.microsoft.com/office/powerpoint/2010/main" val="11725878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B06D31-2936-45C7-9962-CE794023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单测 · 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D2873-A38D-4911-90D6-38C4C666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默认走 IDEA 测试验收，覆盖率开启后才走 JaCoCo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0AD38-6D32-4A18-8F0E-DCC16CEC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C7C56-13A2-46D7-A21B-1BBC1F2A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把 IDE 可执行性与覆盖率门分开，避免把外部 Maven 环境问题混入默认链路。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27F70-91AD-435B-BD92-FB25DCC7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05CA8-6DD1-46D4-8CD8-9DF83758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614C2-05FA-43F8-92D5-3EAE5EF8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215DA-F34A-4BCC-8BB0-09CF4D93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038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5FAC1-C28C-4E49-8E40-CDBE58EB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Agent 完成编辑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49110-8073-47D7-BDA3-41B16276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test files changed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F3312-5BF1-4F3F-AAC0-79D2829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95550"/>
            <a:ext cx="5238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463A0-6977-40B5-A066-13877632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4288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30A56-F810-40E2-A274-01431910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76450"/>
            <a:ext cx="2038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8B072-27F9-4C30-A8C8-9E739480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3837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require-coverage?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7C7A7-D904-40A4-9CE8-9768DCC9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52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default = false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174CB-88A4-463D-9838-F9B267EF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47900"/>
            <a:ext cx="666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DA253-D718-459B-ABB0-C157FE38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8122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87BC6-5873-4937-9619-B077BE88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57350"/>
            <a:ext cx="2133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A4220-9462-4A27-90FC-1E0DB753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1927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IDEA MCP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CC10EF-94D1-464B-8DCB-43CDA209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33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list_tests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compilation errors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run_tests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read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F1FC7-B2BC-4CC4-803C-8C588553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76600"/>
            <a:ext cx="666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491F1C-0A6D-467D-9889-3ECEA2B2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992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1CEC2-FB52-4EB8-93F2-6078AA28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2133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E26B8E-F4FF-4810-9E45-2BFEB8B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480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Maven / JaCoCo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118D26-95CF-4711-BE48-51241FCF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623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only when enabled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6F382B-14A4-471F-BE41-734136CA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57350"/>
            <a:ext cx="2552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428390-76DD-4A5F-8173-B9DD07C8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85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统一输出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D20B9A-0221-4E3A-9D61-CD3A9A0F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2095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agentbridge-results.json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batch attempt / status /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failureSummary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unit-test-generation-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report.md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6A84CC-6F55-4405-9663-04C6D645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57800"/>
            <a:ext cx="5981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3250B8-F458-4B8B-8FD6-7D0E7833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14950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验收事实进入下一轮，而不是依赖 Agent 的自然语言结论</a:t>
            </a:r>
          </a:p>
        </p:txBody>
      </p:sp>
    </p:spTree>
    <p:extLst>
      <p:ext uri="{BB962C8B-B14F-4D97-AF65-F5344CB8AC3E}">
        <p14:creationId xmlns:p14="http://schemas.microsoft.com/office/powerpoint/2010/main" val="12459984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CDD94D-69F2-42F2-B2C2-2E1E9E30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单测 · PROMPT 模板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9A5C2-C406-4D7F-ABC8-88BF44F0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单测实跑 Prompt 要同时约束目标类、写入边界和验收方式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1AE63-2BC2-4B20-8375-6CED70D3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83846-5BCA-4C6D-91B6-0F1E6A39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attempt 2+ 必须原样携带上一轮 failureSummary，才能形成可复盘的反馈闭环。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84E00-521A-4601-90DA-5BA626D1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7D286-6229-44CC-AA29-619DDD84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B6550-2700-44DE-AA2E-44BA5083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7FC4F-A0E9-4504-8980-088CC43A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00500" cy="40386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42246-7013-4964-9DEF-5FAC8271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005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DBAEC-52C4-40B5-B876-589DC5FE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TASK · 页面 / API 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84EB1-49E7-4EAE-B062-B9522784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3619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chainId: project-unit-test-generation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mode: full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project-path: &lt;项目绝对路径&gt;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package-paths: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- &lt;目标源码包路径&gt;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max-attempts: 5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test.require-coverage: false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02E6B-7E8A-4F01-8A47-073EF30F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95450"/>
            <a:ext cx="6667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4A343-7FC4-4587-987A-D7E2C1C1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95450"/>
            <a:ext cx="66675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B05C4-6731-40ED-9E17-A3583FBF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669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TEST BATCH PROMPT · 运行时模板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98663-A804-4DF6-9BC2-16106C15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19325"/>
            <a:ext cx="6286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目标：为 &lt;FullyQualifiedClassName&gt; 生成或修正单元测试。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允许写入：src/test/** 与本链路产物目录。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禁止修改：src/main/**、pom.xml、构建脚本及其他受保护文件。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先读取真实源码、构造器、方法签名与现有测试风格。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使用 IDEA MCP 列出并运行目标测试，读取真实编译/执行输出。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验收失败时返回 failureSummary；下一 attempt 只修正测试。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上一轮失败摘要：&lt;attempt 2+ 注入，首次为空&gt;。</a:t>
            </a:r>
          </a:p>
        </p:txBody>
      </p:sp>
    </p:spTree>
    <p:extLst>
      <p:ext uri="{BB962C8B-B14F-4D97-AF65-F5344CB8AC3E}">
        <p14:creationId xmlns:p14="http://schemas.microsoft.com/office/powerpoint/2010/main" val="15042948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274FEC-2843-4A9A-9109-F9731160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单测 · 实跑留档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3A908-FEF8-43DB-94F9-86235883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单测运行证据：按 batch 展示 Agent 操作与 attempt 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5C2F9-5FE5-4FF1-99A8-5EE22C04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EA4A2-7876-4F24-BD59-CA206EB8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本页留空用于粘贴真实 task、IDEA MCP 结果和 attempt 轨迹；不要只保留最终成功截图。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B6736-3198-4A34-A4B7-6EBF3046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4B36A-549C-4934-A3BE-13F6D15F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289ED-F5E0-44F8-9BC9-4ADB55DA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9E92C-D697-4F1E-9AF3-3F15CCE2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334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E0685-59A8-485C-AE43-5C7A42A2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032F6-9BDD-4DAD-B369-8D5A0757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待补充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4786F-39F6-4D70-99F4-F13BA58B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Agent task / Prompt 截图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B6933-17A9-4A75-B484-64BFCAD3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粘贴：目标类、允许写入、禁止修改、验收指令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若发生重试，应同时截出上一轮 failureSummary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1BA6B-16C9-400E-A24E-2DC0CB8D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5334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DE2A8-07A8-4A82-A57D-06CDBB00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669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D0D27-AB44-4702-85EC-135E7BA1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240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待补充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AB0AB-F7D3-4A46-A0BA-B8308EA8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IDEA MCP 执行结果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CAB0B-3AD9-4417-B140-F3928B3E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粘贴：list_tests / compilation errors / run_tests / output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目标测试：__________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终态：__________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BE039-7542-45DC-8CBA-D3F98F41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619F5-17FA-464C-BDF5-D12647BD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2FFAA-914A-4107-83BB-B541006C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ATTEMPT 轨迹 · 运行后填写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07C448-C8F4-495E-AD14-22FD600C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059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attempt 1  状态：______  failureSummary：________________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attempt 2  状态：______  failureSummary：________________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attempt 3  状态：______  failureSummary：________________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退出条件：测试通过 / 达到 max-attempts / 受保护文件变更</a:t>
            </a:r>
          </a:p>
        </p:txBody>
      </p:sp>
    </p:spTree>
    <p:extLst>
      <p:ext uri="{BB962C8B-B14F-4D97-AF65-F5344CB8AC3E}">
        <p14:creationId xmlns:p14="http://schemas.microsoft.com/office/powerpoint/2010/main" val="14582572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DFF4FC-843C-4BF3-B7E7-6C26523C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单测 · 产物留档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73E0F-D789-4B93-A066-3775E5B1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单测最终产物：测试源码、批次结果和汇总报告相互印证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4CFB8-6BB1-4F40-BFBF-B25121D4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D8A7C-94F8-4D72-A5A2-B243EB42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测试文件存在不等于链路成功；必须同时保留 batch 状态与真实测试输出。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13CB0-882B-4CF0-8582-66C4AA7E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FF0B4-CCD7-436F-B1C7-448CA82D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58B66-79AE-4D5C-BE82-CA1DF317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1C74C-A96E-482D-B724-CD2E6022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FA160-6E3B-48CD-9B03-265F433B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375F2-A16D-4E47-971F-86B50549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待补充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C6D55-D3E3-46BE-B713-2C8BD934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生成的 *Test.java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4EAEF-51F8-4DDF-9F2C-6EDA4EE7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3048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粘贴测试类关键片段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文件：____________________________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测试方法数：____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4E527-80FB-4171-A11C-7D48EA18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891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84DA7-E964-4888-9239-5D1DA245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859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0E704-4079-429D-9995-EA8F5592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431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待补充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FE9A5-9E94-441E-9828-DFF47D91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agentbridge-results.json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5B604-C8F8-43E1-8203-C2940FC2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3048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粘贴目标 batch 的 attempt / status / failureSummary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accepted：__________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C6618A-428A-4D94-BD43-C0B49DBC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1771C4-D863-4C7F-8D96-7A6A7581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859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FCEF25-0F12-4BE1-AAFF-EC87E3FB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431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待补充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424B96-BCA4-4F53-AFAC-3A9F3996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unit-test-generation-report.md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48C50A-5C8D-4CBC-AC6F-D9EAA9C9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3048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粘贴汇总表与最终验收结论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IDEA：__________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Maven/JaCoCo：__________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3E6F3A-A847-41D3-9F4E-B1FB655A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2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93EFCA-3919-4A07-8227-439DE88D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558CE4-A990-4404-BCFB-A1D56DD2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验收清单 · 运行后勾选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BF1E6E-2089-4C8C-920F-B71D7E7A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059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[ ] unit-test-plan.json 与 test-batches.json 可解析   [ ] 生产文件无变更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[ ] 目标 *Test.java 在 IDEA MCP 中通过             [ ] agentbridge-results.json accepted=true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975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[ ] unit-test-generation-report.md 与实际测试结果一致</a:t>
            </a:r>
          </a:p>
        </p:txBody>
      </p:sp>
    </p:spTree>
    <p:extLst>
      <p:ext uri="{BB962C8B-B14F-4D97-AF65-F5344CB8AC3E}">
        <p14:creationId xmlns:p14="http://schemas.microsoft.com/office/powerpoint/2010/main" val="83717951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1198BB-9AC0-4D06-923A-577F07C4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查阅表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32FCA-5B25-4E90-93A9-76BF2C76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用这张表快速选择链路、loop、重跑和产物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B1015-3EFC-4BFE-9EE2-C056C178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CF012-9236-4DFF-BCEA-4BAAB228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先定位对象，再选择最小恢复范围；任何重跑都要有预算和退出条件。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67CC3-D780-498A-A069-FA52C92A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C8246-75F7-4F32-94BA-ADC26F5E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Git 与单元测试链路操作手册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28D0B-8EC8-4D80-AF22-A62B83ED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EADD4-0449-4E72-8536-B008EF8D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19A5F-661E-4267-B6B7-9693754D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0A264-2CBF-418D-9480-A0868D77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17526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73A98-A54E-4156-B742-C9A8E0AE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573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Loop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6C66A-047A-4803-BAB8-5BA18840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1943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10FE2-B16A-4E4C-B1E8-C0B424F6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5737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反馈 / 上限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67E2A-DB99-438A-BE21-2B14A9F0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2019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51E60-EB66-4B1D-A261-8AE9B283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573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重跑边界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072B8-B81C-4D46-95A5-E0B9581F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0"/>
            <a:ext cx="25527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BA258-A3CF-47EC-9A45-5E51BC63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5737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核心产物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7B3A0-FFB6-4A9A-8191-D89F522C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088AA4-024B-4843-92B5-801C86D4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Git 作者缺失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1A86D-5241-49F5-B4C6-A4CE11F9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752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5285D-01FC-40A8-AA0C-DECA489A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622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未达标作者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FF565B-71CC-481D-ACAE-AE26461E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1943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5A8CD5-108E-4B51-BBF6-3B5D7AE0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622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缺失清单 / ≤5 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60ECBB-2E72-437C-B98E-AC4CBBDE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2019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9BCF20-E419-47AA-AE87-21802C7A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6220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author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BE5107-DDFB-48E3-A2EB-52DE18BE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2552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044907-2000-471C-822A-CDA35175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622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person-report.md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quality-summary.json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runs/incomplete-reports.json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ECF711-9E04-4799-A868-FAD20326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F02A9D-C7A6-45BC-B118-9A06AF76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Git 综合不合格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1EC2B7-96E4-4DFC-B8B5-0F0BCDC3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28950"/>
            <a:ext cx="1752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B38086-C813-4631-8D88-085A8F31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04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综合 task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31D241-C35F-4E60-843E-0101F2CE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8950"/>
            <a:ext cx="1943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1D22B5-BF43-4B63-92EF-73DCCBCE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004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validator / ≤2 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B49EFE-D527-4EC2-8120-0C6F6DA5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2019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23B443-6F49-40F4-B361-8C6368E2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040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synthesis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A86E65-5E58-4F41-8336-CC622029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2552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B590F1-56D6-4445-BBA0-A13AE81A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04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code-contribution-report.md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657232-3135-44EC-BE19-52EC22D8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9AF096-C917-4751-8628-284E2541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单测编译/执行失败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AD258A-69FB-42E8-BEDE-26D40AFC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67150"/>
            <a:ext cx="1752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D875C0-9CE6-4846-84F6-A75643DA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386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当前顶层类型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B8CBBF-ED7D-43B0-ACE7-9577FEEF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67150"/>
            <a:ext cx="1943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63B871-2BB8-4E9B-A49A-4568CE54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386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failureSummary / ≤5 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89CAA5-CFE3-44C3-9F46-7E07089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2019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D05CB3-43DF-446E-9B5C-45FCE2A1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3860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test-batch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72A966-BCEA-499F-AB29-400E8677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67150"/>
            <a:ext cx="2552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30D45D-E087-4F69-ABFD-F7607707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386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agentbridge-results.json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606D45-9D13-4055-B77B-A5489766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FCAF1B-0E5D-4494-B51E-FDEDDD50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单测验收恢复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193A1A-10E5-4F5E-88B8-86B4F93F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05350"/>
            <a:ext cx="1752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4D9818-44BB-4C9C-A806-56518410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768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验证阶段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954C92-38C7-4350-855C-77A6E7E7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05350"/>
            <a:ext cx="1943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E13930-5B37-4F91-AC08-66998859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768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真实测试输出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381FA0-542D-458B-B106-8AFAB118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05350"/>
            <a:ext cx="2019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8B9205-D76B-4FD7-9CFD-3215C1B0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7680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verification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03750C6-00A4-4A1B-BFBF-F5EA76BC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05350"/>
            <a:ext cx="2552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B81723-A618-4D6B-951C-0A982531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768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unit-test-generation-report.md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A34C732-D448-4941-9BD7-59679589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772150"/>
            <a:ext cx="6553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0C9CA2-3A37-4252-B6AA-85D75C18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829300"/>
            <a:ext cx="636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共同原则：真实产物验收 · 失败事实回灌 · 有界重试 · 明确终态</a:t>
            </a:r>
          </a:p>
        </p:txBody>
      </p:sp>
    </p:spTree>
    <p:extLst>
      <p:ext uri="{BB962C8B-B14F-4D97-AF65-F5344CB8AC3E}">
        <p14:creationId xmlns:p14="http://schemas.microsoft.com/office/powerpoint/2010/main" val="1041373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2026-07-15T06:11:03.6620000Z</dcterms:created>
  <dcterms:modified xsi:type="dcterms:W3CDTF">2026-07-15T06:11:03.6620000Z</dcterms:modified>
</coreProperties>
</file>