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05722e81674ad0" /><Relationship Type="http://schemas.openxmlformats.org/officeDocument/2006/relationships/extended-properties" Target="/docProps/app.xml" Id="Rac2d33e42bd54e98" /><Relationship Type="http://schemas.openxmlformats.org/officeDocument/2006/relationships/officeDocument" Target="/ppt/presentation.xml" Id="R05afc26a150a4f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7a19291695481a"/>
  </p:sldMasterIdLst>
  <p:notesMasterIdLst>
    <p:notesMasterId xmlns:r="http://schemas.openxmlformats.org/officeDocument/2006/relationships" r:id="R896ced4fef4c4353"/>
  </p:notesMasterIdLst>
  <p:sldIdLst>
    <p:sldId xmlns:r="http://schemas.openxmlformats.org/officeDocument/2006/relationships" id="256" r:id="R101d02c9b3ce4f10"/>
    <p:sldId xmlns:r="http://schemas.openxmlformats.org/officeDocument/2006/relationships" id="257" r:id="R3432eaec6649436b"/>
    <p:sldId xmlns:r="http://schemas.openxmlformats.org/officeDocument/2006/relationships" id="258" r:id="R3c1a812192574832"/>
    <p:sldId xmlns:r="http://schemas.openxmlformats.org/officeDocument/2006/relationships" id="259" r:id="R858a23d67803490e"/>
    <p:sldId xmlns:r="http://schemas.openxmlformats.org/officeDocument/2006/relationships" id="260" r:id="R485105bc0c0c4b05"/>
    <p:sldId xmlns:r="http://schemas.openxmlformats.org/officeDocument/2006/relationships" id="261" r:id="R3371c47e1bc1435e"/>
    <p:sldId xmlns:r="http://schemas.openxmlformats.org/officeDocument/2006/relationships" id="262" r:id="R0ae229cd043d4ce7"/>
    <p:sldId xmlns:r="http://schemas.openxmlformats.org/officeDocument/2006/relationships" id="263" r:id="Reb2346bcd3f04fd0"/>
    <p:sldId xmlns:r="http://schemas.openxmlformats.org/officeDocument/2006/relationships" id="264" r:id="Ra0db50662e6844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730df6bc084714" /><Relationship Type="http://schemas.openxmlformats.org/officeDocument/2006/relationships/slideMaster" Target="/ppt/slideMasters/slideMaster1.xml" Id="R1d7a19291695481a" /><Relationship Type="http://schemas.openxmlformats.org/officeDocument/2006/relationships/notesMaster" Target="/ppt/notesMasters/notesMaster1.xml" Id="R896ced4fef4c4353" /><Relationship Type="http://schemas.openxmlformats.org/officeDocument/2006/relationships/presProps" Target="/ppt/presProps.xml" Id="R594d2da1562145a2" /><Relationship Type="http://schemas.openxmlformats.org/officeDocument/2006/relationships/tableStyles" Target="/ppt/tableStyles.xml" Id="R165b9b4568c8468c" /><Relationship Type="http://schemas.openxmlformats.org/officeDocument/2006/relationships/slide" Target="/ppt/slides/slide1.xml" Id="R101d02c9b3ce4f10" /><Relationship Type="http://schemas.openxmlformats.org/officeDocument/2006/relationships/slide" Target="/ppt/slides/slide2.xml" Id="R3432eaec6649436b" /><Relationship Type="http://schemas.openxmlformats.org/officeDocument/2006/relationships/slide" Target="/ppt/slides/slide3.xml" Id="R3c1a812192574832" /><Relationship Type="http://schemas.openxmlformats.org/officeDocument/2006/relationships/slide" Target="/ppt/slides/slide4.xml" Id="R858a23d67803490e" /><Relationship Type="http://schemas.openxmlformats.org/officeDocument/2006/relationships/slide" Target="/ppt/slides/slide5.xml" Id="R485105bc0c0c4b05" /><Relationship Type="http://schemas.openxmlformats.org/officeDocument/2006/relationships/slide" Target="/ppt/slides/slide6.xml" Id="R3371c47e1bc1435e" /><Relationship Type="http://schemas.openxmlformats.org/officeDocument/2006/relationships/slide" Target="/ppt/slides/slide7.xml" Id="R0ae229cd043d4ce7" /><Relationship Type="http://schemas.openxmlformats.org/officeDocument/2006/relationships/slide" Target="/ppt/slides/slide8.xml" Id="Reb2346bcd3f04fd0" /><Relationship Type="http://schemas.openxmlformats.org/officeDocument/2006/relationships/slide" Target="/ppt/slides/slide9.xml" Id="Ra0db50662e6844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4db3d397414e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d8649334a841c1" /><Relationship Type="http://schemas.openxmlformats.org/officeDocument/2006/relationships/notesMaster" Target="/ppt/notesMasters/notesMaster1.xml" Id="R811dfcf0350148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0e3979028346d9" /><Relationship Type="http://schemas.openxmlformats.org/officeDocument/2006/relationships/notesMaster" Target="/ppt/notesMasters/notesMaster1.xml" Id="R3002229c0a0743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88b6afc6dae4456" /><Relationship Type="http://schemas.openxmlformats.org/officeDocument/2006/relationships/notesMaster" Target="/ppt/notesMasters/notesMaster1.xml" Id="Rdc18ec2b16e342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02d6f1742545fd" /><Relationship Type="http://schemas.openxmlformats.org/officeDocument/2006/relationships/notesMaster" Target="/ppt/notesMasters/notesMaster1.xml" Id="R74b9ed29a8fb4d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fb6bd120be405c" /><Relationship Type="http://schemas.openxmlformats.org/officeDocument/2006/relationships/notesMaster" Target="/ppt/notesMasters/notesMaster1.xml" Id="Rb0c5d008f9e849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1392efc084f4850" /><Relationship Type="http://schemas.openxmlformats.org/officeDocument/2006/relationships/notesMaster" Target="/ppt/notesMasters/notesMaster1.xml" Id="Rb2be586956d049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961bf2ac884d63" /><Relationship Type="http://schemas.openxmlformats.org/officeDocument/2006/relationships/notesMaster" Target="/ppt/notesMasters/notesMaster1.xml" Id="Rdc3711a564494f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71ca33d6b749ae" /><Relationship Type="http://schemas.openxmlformats.org/officeDocument/2006/relationships/notesMaster" Target="/ppt/notesMasters/notesMaster1.xml" Id="Rc9d0f9ee0f8a467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0bdcff83df40a9" /><Relationship Type="http://schemas.openxmlformats.org/officeDocument/2006/relationships/notesMaster" Target="/ppt/notesMasters/notesMaster1.xml" Id="Rca3aaa09ea8847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6a4688e5d4ba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d901a446d44c9d" /><Relationship Type="http://schemas.openxmlformats.org/officeDocument/2006/relationships/slideLayout" Target="/ppt/slideLayouts/slideLayout1.xml" Id="R2affca6d467c48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ffca6d467c48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bdeee925f4058" /><Relationship Type="http://schemas.openxmlformats.org/officeDocument/2006/relationships/notesSlide" Target="/ppt/notesSlides/notesSlide1.xml" Id="R186daf9788634a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cb43541b74232" /><Relationship Type="http://schemas.openxmlformats.org/officeDocument/2006/relationships/notesSlide" Target="/ppt/notesSlides/notesSlide2.xml" Id="Rcdac416efcd141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bcd1cc88a4009" /><Relationship Type="http://schemas.openxmlformats.org/officeDocument/2006/relationships/notesSlide" Target="/ppt/notesSlides/notesSlide3.xml" Id="R5647f65df10f43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286cb3a3b4039" /><Relationship Type="http://schemas.openxmlformats.org/officeDocument/2006/relationships/notesSlide" Target="/ppt/notesSlides/notesSlide4.xml" Id="R735173a8ea1e4d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3137c0b694023" /><Relationship Type="http://schemas.openxmlformats.org/officeDocument/2006/relationships/notesSlide" Target="/ppt/notesSlides/notesSlide5.xml" Id="R246dabc026c84f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9fcb5505434e0e" /><Relationship Type="http://schemas.openxmlformats.org/officeDocument/2006/relationships/notesSlide" Target="/ppt/notesSlides/notesSlide6.xml" Id="Re89599eefe1448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5206db43d478d" /><Relationship Type="http://schemas.openxmlformats.org/officeDocument/2006/relationships/notesSlide" Target="/ppt/notesSlides/notesSlide7.xml" Id="R19fc8f78b9484c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64ee7227234667" /><Relationship Type="http://schemas.openxmlformats.org/officeDocument/2006/relationships/notesSlide" Target="/ppt/notesSlides/notesSlide8.xml" Id="R43079a1c4fa844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c6735ea394b0e" /><Relationship Type="http://schemas.openxmlformats.org/officeDocument/2006/relationships/notesSlide" Target="/ppt/notesSlides/notesSlide9.xml" Id="R8a8c98796aa14b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6B9A7B-FCF7-49A4-BB1A-DB1F997C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668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78A97-1AA0-4100-B43F-FF58C5A4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00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LEADERSHIP BRIEF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6FDC3D-46FA-49A6-AF77-C8723173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85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助手稳定完成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重复研发工作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DC3D8-C68A-4531-BCBA-0A585289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AI 助手，是能调用工具、按规则交付结果的 AI 执行助手。项目用可检查、可重试的 Loop，把一次回答变成可验收的工作结果。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0DE01-6647-4D81-A417-F07D6214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621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C8D124-7938-4912-9400-CB9C0CB0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716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94692-497F-4B31-9914-DA18CD9F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明确边界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49EF10-94AD-432B-A9EB-AB85DAF3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621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74704-49CC-4AE6-BD55-B501EBA5E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716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AI 助手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B543A-4F4E-4F30-9758-40A7F870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383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分析与生成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A82CF-AE25-412D-8D1B-A1B0A0D8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480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6233B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3EF372-5C06-4809-A6F3-4ED5C176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验收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A5674-7119-4C22-9098-6111C048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242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检查真实结果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CB082-2FCA-4B14-B4FD-C9FB957D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428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311F12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FCDEF-899A-4636-B08B-21C4424B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575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DBA74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DBA74"/>
                </a:solidFill>
                <a:latin typeface="PingFang SC"/>
                <a:ea typeface="PingFang SC"/>
                <a:cs typeface="PingFang SC"/>
              </a:rPr>
              <a:t>Loop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5422B9-7AC8-4190-9E95-468CFA88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242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CBD5E1"/>
                </a:solidFill>
                <a:latin typeface="PingFang SC"/>
                <a:ea typeface="PingFang SC"/>
                <a:cs typeface="PingFang SC"/>
              </a:rPr>
              <a:t>有界重试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89542F-66DD-464C-9A25-49410BFF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面向技术管理者 · 9 页独立阅读简版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8E8DF-2275-4271-998C-B7FE1589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93C5FD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93C5FD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2118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908C-5460-4548-A2FD-6D4CFC3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EE42-050D-43E8-8992-F15B8B3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两类重复工作，长期占用研发时间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66B9B-55E5-4481-A095-9A04062F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86E6A-D76A-4A7B-8FEB-6C003716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大量时间花在收集、整理、编写、运行和返工上；任务越多，口径与质量越难稳定。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90C31-CBD4-4E8C-B9B9-48F23BE7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E38CD-72B0-499E-B3B3-4845C1B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Loop 项目领导简版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D11D3-D74E-4EA1-8CE8-E79097DB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C2D69-F930-4037-AE96-BAD418B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97238-85B1-4027-A255-08B2747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97607-95B9-46E9-AD52-49E3876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C63C8-1067-4FFA-96DD-933826BE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重复工作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25BB1-4394-4096-A808-D0CAD062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代码贡献报告（Git）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08983-A8D3-47A9-8FEB-27219BD3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495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人工收集提交、核对作者、归纳贡献、汇总报告。周期长，口径容易不一致。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B23ED-5AA0-494A-A6BC-10EEFF8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F68D8-5533-4C37-A468-5B9E07F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407B3-31F7-4BE6-BCC3-40B6FFB2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57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B3CD2-2B05-4E6E-976E-A3B3304C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14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重复工作 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304D5-7CF7-4872-8934-2F30C719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单元测试补齐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CC6E0-01F8-4999-B52D-560C0846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495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人工读代码、写测试、运行、定位错误、反复修正。重复度高，常被业务需求挤压。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2F11B-DAC8-49B6-8B1C-A3EEB4F5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571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7B2C8-BC6E-4396-865E-DE2F1F0F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共同问题：重复劳动多、交付标准不一、过程难追溯、失败后返工成本高。</a:t>
            </a:r>
          </a:p>
        </p:txBody>
      </p:sp>
    </p:spTree>
    <p:extLst>
      <p:ext uri="{BB962C8B-B14F-4D97-AF65-F5344CB8AC3E}">
        <p14:creationId xmlns:p14="http://schemas.microsoft.com/office/powerpoint/2010/main" val="1403386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C62EC-0F3A-4708-9AA7-BE2791E6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LOOP 是什么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D27FB-83C7-410D-A517-C61A6BD8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Loop 就是：做一次、检查、反馈、再做一次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796BA-DBA2-4E3C-A96C-3C82111C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CE9C8-5336-40D6-B6F1-7E45F38E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像员工交作业、主管检查、退回修改、验收通过；重试有上限，超限转人工。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E2F70-9316-44C4-972F-57A0998C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837EDA-CF5E-4C33-A752-7CA7EF43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Loop 项目领导简版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158DB-2AF5-488A-B0A0-72E70DA5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EA764-6569-4351-99A5-A9647347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1042F8-F2D8-4944-8188-1D4AE78A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提交任务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452AE-0E6A-4A31-8D4C-35A9DF56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说清目标与范围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F88CE-B580-4A59-8C0B-AC6D13AE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00350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8E2C5-02A9-4A69-97BB-884E89FA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336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D95B3-99DC-470B-8ED1-968572F5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56BD1-9A73-4341-A6E4-3847958C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431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AI 助手执行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66C6D-52C7-4642-9054-BC62BD4A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575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调用工具交付结果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55A3D2-9914-4879-9009-84A651A0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28CDF-1633-482E-9557-B2E039E2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336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460D1-A8BC-4257-8F7C-941D2C84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E0079-029F-4670-A822-A2695B25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431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检查结果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7892FE-69E0-4BD5-A2E0-F750387F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按规则真实验收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08919-9E2D-42E6-B667-B60CB148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800350"/>
            <a:ext cx="5715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3D06A0-FBEA-4325-A966-65B49F61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336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A0C9BC-8A27-41FF-9E6E-2F764BDC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8125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C2109F-93E9-4296-87BA-F5DF1C1E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43175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反馈或结束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449D32-9AA7-45F3-83DF-ADCF4811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962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通过即结束；不通过再改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52FB4-0584-446E-B30B-2FA1C195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95750"/>
            <a:ext cx="6096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4A7CC6-A8A3-4020-ABF4-0C8B5C7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3053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关键不是无限重试：每条链路都有次数上限；达到上限仍未通过，就停止并交给人工处理。</a:t>
            </a:r>
          </a:p>
        </p:txBody>
      </p:sp>
    </p:spTree>
    <p:extLst>
      <p:ext uri="{BB962C8B-B14F-4D97-AF65-F5344CB8AC3E}">
        <p14:creationId xmlns:p14="http://schemas.microsoft.com/office/powerpoint/2010/main" val="6019429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9A506-8738-4464-AF28-C666C06F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项目能力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F2E65-BDE1-4393-B923-168ED585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项目不是再加一个 AI，而是给 AI 配上流程、验收和刹车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7DD002-8AF9-4765-8770-30F771A9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4C321-056D-4CED-8668-8C65E9F3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程序负责规则和验收，AI 助手负责分析和生成；全过程有记录，可回看、可重跑。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F4CA7-F568-44E2-A91E-D9402D41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DC6BC-7BC2-49C4-B998-EABD4FE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Loop 项目领导简版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8E804-0F15-4BD3-909C-D274CC9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A2869-DBDE-41F8-B7D0-50094C14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638BF-695B-4573-9F71-CC852094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860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接收任务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34CE4B-1B84-4135-9DD7-A7FF2D3F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明确要做什么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723E9F-5AB2-42EA-A6D9-CD1156F1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F192C-69CB-4966-B4BD-0397BD2F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765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4CBDA-5AF9-4B8A-9E1B-0246A263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52BDDB-5294-4485-9D59-348E45B7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860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限定范围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8CF2E-E1F2-408D-970F-2B553343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控制对象与预算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33064C-5A6B-4AB1-9E94-B5061499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432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B88D4-28D7-4841-B472-95E4DC0A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6765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EE49DA-610F-43F3-B64F-AED34F5A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241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306259-4900-4D53-BD24-57ABDE8F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860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调用 AI 助手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91044D-693B-4662-BEC9-03E5FB7E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读、分析、生成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E9BF1-86D8-40DF-89B2-5E50127A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432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D15047-318B-4DFE-9A67-F644DD58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765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F3872-3A48-4641-A955-9D678786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9D073-1C73-4AD3-B5E2-7050ABA3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860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检查产物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D41C8D-655C-41F6-8EE3-005DEB9B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验证文件和结果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AB747-386D-4DF7-B49A-F4696A7D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5524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21054-ADBD-442C-9AD6-03F38531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7652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 w="0">
            <a:solidFill>
              <a:srgbClr val="EA580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BC7278-9A5E-4C51-9FCE-8FCA4418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241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35407-1593-41E9-AA57-A9E3E3AE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86025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重试或退出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AB02E2-ECD7-4814-A224-EE3B796A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003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失败超限，转人工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354904-59D0-4BD2-B96E-88EC0EF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14800"/>
            <a:ext cx="619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97759D-15A3-4A55-912A-210AF5E3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62450"/>
            <a:ext cx="550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9A341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A3412"/>
                </a:solidFill>
                <a:latin typeface="PingFang SC"/>
                <a:ea typeface="PingFang SC"/>
                <a:cs typeface="PingFang SC"/>
              </a:rPr>
              <a:t>管理者获得的是可控的工作流程：有输入、有记录、有验收、有止损。</a:t>
            </a:r>
          </a:p>
        </p:txBody>
      </p:sp>
    </p:spTree>
    <p:extLst>
      <p:ext uri="{BB962C8B-B14F-4D97-AF65-F5344CB8AC3E}">
        <p14:creationId xmlns:p14="http://schemas.microsoft.com/office/powerpoint/2010/main" val="17837061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C8326-2BE6-45C0-946D-998BC8E0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42A8E-A5BC-4A46-8D6C-ABFEF38F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代码贡献报告：从提交记录到个人报告、团队总览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06CA2-248F-4B85-A459-C0090F3D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756A0-083E-43CD-AAF3-A17193EE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先确定统计范围，再读取真实提交、逐人归纳贡献；检查无缺失后，形成统一口径的团队报告。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40FC7-426C-491A-A56E-FE640C3E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22CE4-C2A9-4C83-9882-B5329E50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代码贡献报告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AD51E-D4CE-4AC0-94EE-894A8473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24B05-4EF6-4C89-AFC9-25840364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83127-752A-42D7-AD2A-4CFC22AA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先定范围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B8132-60A3-420E-98F4-1C269A13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仓库、人员和时间段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DC480-FB25-4666-8822-57BC422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0ECFB-2F1F-47F9-917D-AE8A0942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再读提交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BBA49-EC1F-4C3A-8EEA-F0E7DE0B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收集真实改动与作者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21A74-0E07-4610-A061-1361A76F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10835-24AE-49B7-A7A6-83768543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逐人出报告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3873B-77C8-48FB-8EB2-8E32D42F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说明每个人做了什么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1F3CE-BD5A-4F8E-87DE-7EC8BD8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CAFDA-AC58-47F5-A514-E965A19C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检查后汇总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4E8C4-D0A2-47E3-8B9A-BD40DA53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缺谁补谁，形成团队总览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81249-786E-4804-A023-2001195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C342D-F57B-4B51-BA1A-6F7EC09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输入任务范围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A9FA3-C785-4AC0-A396-9D12FDDC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指定仓库、时间和统计人员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06067-2659-413B-9383-F6E61DCD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33850"/>
            <a:ext cx="523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B9178-275D-4EDA-AA95-41CC6330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67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C507B-C40D-4EF8-BAEA-D0473404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8B525-A245-4736-9A8C-99CE9EAE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读取提交记录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F3AE2-8A06-4152-BDA1-FB896AF0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以代码事实为依据，不凭主观填写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4DB25-DF7E-4942-AA93-88B32BC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33850"/>
            <a:ext cx="523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18EAC6-F0DA-4AC1-981B-958C59F8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67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DAF7F-90BE-484A-AEDF-D7BA181C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EC2986-9BC5-4050-A76B-9F7A137F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生成个人报告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CA41C-0ED5-419B-A0D4-D8C3291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逐人说明改动、贡献和影响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CABCB-EF0B-419C-8B1A-19EFD189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33850"/>
            <a:ext cx="523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025118-C5CC-47DB-B694-B342B5D0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67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86BF47-D67D-4473-A365-ACEF985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0220D-C5CB-4A2F-BC5B-C4C91E4C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检查并汇总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34151A-4BBA-404F-B941-6BA4074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发现缺失只补对应人员，最后生成团队报告</a:t>
            </a:r>
          </a:p>
        </p:txBody>
      </p:sp>
    </p:spTree>
    <p:extLst>
      <p:ext uri="{BB962C8B-B14F-4D97-AF65-F5344CB8AC3E}">
        <p14:creationId xmlns:p14="http://schemas.microsoft.com/office/powerpoint/2010/main" val="1817063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C5368-B996-4C82-9B2B-C0841BF4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单元测试场景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F4FC98-17BA-4F53-992A-FF50C23F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自动补齐单元测试：从读代码到运行验收，失败自动修正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563659-F550-40AD-B03F-721425BE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9E5D5-091D-4C85-A81C-4E6E52E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每次只处理一个明确代码范围；测试写完立即运行，失败原因自动带入下一轮，最多 5 轮后转人工。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E1D87-BB53-4186-BE2D-F2EF5EB9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E6824-709D-4702-BAC6-7C580A84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Loop 项目领导简版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CBA19-00FF-4EA1-A1A9-004255AB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0F7AD0-8C05-4B41-BFB7-7247887E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01438-FA3E-4320-89FC-491D9B84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71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选择代码单元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834842-0AF7-402A-9BDB-5161997B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每批处理一个明确范围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CBC1D-6D10-48BC-AF12-89F90889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A4800-B768-40C8-ABCB-DC18C8F8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71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读取后写测试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374EE-4BCB-454B-97BF-5F3D5266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38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根据真实代码生成测试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26B63-6E38-4886-9957-A4F777CF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306D6-31D3-4037-88E9-F0DC355F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71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运行并修正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F7715-F197-407C-BCFF-0FAFACF7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38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失败原因带入下一轮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AFB55-9364-4C46-928D-C4A69957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097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5E819-55B0-4320-8EDE-DCB8B17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716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最多 5 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A5C96F-D0E8-48DD-AE01-DEAA426E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384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仍失败则停止并转人工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13D76-062B-4B82-9980-C7132485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2857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9A54F-7659-47E3-9532-4D4970DC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66675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2031E-D40E-47F7-A648-39DA3841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627E66-06FE-4FA8-A0B9-9A05A53D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0A5A1-23A0-435A-A554-BDFC79A8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理解要测什么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0AB557-E9BC-4EB9-9A53-96586FE4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577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先读真实代码，识别关键逻辑和边界。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F920F8-2D4B-411F-8388-E57D5C35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2857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71C7DB-14F4-41CE-A6B7-524908C9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09950"/>
            <a:ext cx="66675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4DE6F8-3339-44E0-9B6A-8EC3EA28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81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127A6-F5B7-4E6E-AEFF-1FB0244A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38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6652AB-14C4-41E3-8A6B-11440CAF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005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生成并运行测试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4C1803-3E62-4088-8137-34C1FA11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577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写好后立即编译、执行，用真实结果验收。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62D6F5-E22C-464C-8DBC-D92BCD108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28575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9EB85D-A884-428F-A794-4F9EA17E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09950"/>
            <a:ext cx="66675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80AACD-3B94-4980-AFA1-B3CE435B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81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C2757B-385A-434C-ADAD-CF154FF2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DC262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DC2626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F7E778-A84E-4C52-97CA-ED3273B1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005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失败自动修正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18AB3D-7520-464B-A7B0-326C0AE3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577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把错误交给下一轮；最多 5 轮，仍失败转人工。</a:t>
            </a:r>
          </a:p>
        </p:txBody>
      </p:sp>
    </p:spTree>
    <p:extLst>
      <p:ext uri="{BB962C8B-B14F-4D97-AF65-F5344CB8AC3E}">
        <p14:creationId xmlns:p14="http://schemas.microsoft.com/office/powerpoint/2010/main" val="15289776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908C-5460-4548-A2FD-6D4CFC3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为什么采用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EE42-050D-43E8-8992-F15B8B3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传统 AI 像“反复炼丹”，Loop 把结果变成可验收的交付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66B9B-55E5-4481-A095-9A04062F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86E6A-D76A-4A7B-8FEB-6C003716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传统 Prompt + Skill 依赖人工反复试；Loop 把完整性检查、质量验收和失败重试交给流程。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90C31-CBD4-4E8C-B9B9-48F23BE7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E38CD-72B0-499E-B3B3-4845C1B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Loop 项目领导简版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D11D3-D74E-4EA1-8CE8-E79097DB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C2D69-F930-4037-AE96-BAD418B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97238-85B1-4027-A255-08B2747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97607-95B9-46E9-AD52-49E3876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C63C8-1067-4FFA-96DD-933826BE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传统 AI 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25BB1-4394-4096-A808-D0CAD062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像炼丹：靠人反复试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08983-A8D3-47A9-8FEB-27219BD3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495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人输入指令并等待结果；质量不满意就改提示词再来一次。AI 可能生成一半就停止，半成品和漏项需要人工发现、补跑和拼接。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B23ED-5AA0-494A-A6BC-10EEFF8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F68D8-5533-4C37-A468-5B9E07F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407B3-31F7-4BE6-BCC3-40B6FFB2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57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B3CD2-2B05-4E6E-976E-A3B3304C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14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Loop 模式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304D5-7CF7-4872-8934-2F30C719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像流水线：检查后再交付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CC6E0-01F8-4999-B52D-560C0846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495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每轮自动检查文件是否齐全、结果是否通过；不合格就带着明确问题继续修正。达到次数上限才转人工，过程、失败原因和最终状态都有记录。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2F11B-DAC8-49B6-8B1C-A3EEB4F5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571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7B2C8-BC6E-4396-865E-DE2F1F0F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改善重点：少靠运气和手工盯守，降低半成品与漏项，把人工从“反复试”转成“最后确认”。</a:t>
            </a:r>
          </a:p>
        </p:txBody>
      </p:sp>
    </p:spTree>
    <p:extLst>
      <p:ext uri="{BB962C8B-B14F-4D97-AF65-F5344CB8AC3E}">
        <p14:creationId xmlns:p14="http://schemas.microsoft.com/office/powerpoint/2010/main" val="14033863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C8326-2BE6-45C0-946D-998BC8E0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效率测算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42A8E-A5BC-4A46-8D6C-ABFEF38F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场景测算·人工工时预计减少 60%–80%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06CA2-248F-4B85-A459-C0090F3D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756A0-083E-43CD-AAF3-A17193EE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这是人工投入测算，不是任务总历时，也不是生产实测。实际结果受代码复杂度、历史测试基础和验收标准影响。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40FC7-426C-491A-A56E-FE640C3E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22CE4-C2A9-4C83-9882-B5329E50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Loop 领导版 · 效率测算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DAD51E-D4CE-4AC0-94EE-894A8473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24B05-4EF6-4C89-AFC9-25840364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83127-752A-42D7-AD2A-4CFC22AA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4 小时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B8132-60A3-420E-98F4-1C269A13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Git 人工整理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DC480-FB25-4666-8822-57BC4220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80ECFB-2F1F-47F9-917D-AE8A0942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0.8–1.5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ABBA49-EC1F-4C3A-8EEA-F0E7DE0B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Git 人工复核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21A74-0E07-4610-A061-1361A76F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C10835-24AE-49B7-A7A6-83768543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1.5 小时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13873B-77C8-48FB-8EB2-8E32D42F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单测人工 / 单元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1F3CE-BD5A-4F8E-87DE-7EC8BD8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47850"/>
            <a:ext cx="2286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CAFDA-AC58-47F5-A514-E965A19C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09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0.3–0.6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34E8C4-D0A2-47E3-8B9A-BD40DA53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小时 / 单元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81249-786E-4804-A023-20011955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C342D-F57B-4B51-BA1A-6F7EC090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传统方式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A9FA3-C785-4AC0-A396-9D12FDDC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约 4 小时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06067-2659-413B-9383-F6E61DCD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33850"/>
            <a:ext cx="523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AB9178-275D-4EDA-AA95-41CC63303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67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C507B-C40D-4EF8-BAEA-D0473404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D8B525-A245-4736-9A8C-99CE9EAE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Git Loop 方式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F3AE2-8A06-4152-BDA1-FB896AF02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人工约 0.8–1.5 小时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4DB25-DF7E-4942-AA93-88B32BC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33850"/>
            <a:ext cx="523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18EAC6-F0DA-4AC1-981B-958C59F8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67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ADAF7F-90BE-484A-AEDF-D7BA181C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9525">
            <a:solidFill>
              <a:srgbClr val="EA580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EC2986-9BC5-4050-A76B-9F7A137F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A580C"/>
                </a:solidFill>
                <a:latin typeface="PingFang SC"/>
                <a:ea typeface="PingFang SC"/>
                <a:cs typeface="PingFang SC"/>
              </a:rPr>
              <a:t>单测传统方式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CA41C-0ED5-419B-A0D4-D8C32915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约 1.5 小时/单元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CABCB-EF0B-419C-8B1A-19EFD189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33850"/>
            <a:ext cx="523875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025118-C5CC-47DB-B694-B342B5D0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67175"/>
            <a:ext cx="152400" cy="1714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86BF47-D67D-4473-A365-ACEF985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2000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40220D-C5CB-4A2F-BC5B-C4C91E4C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76675"/>
            <a:ext cx="173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A34A"/>
                </a:solidFill>
                <a:latin typeface="PingFang SC"/>
                <a:ea typeface="PingFang SC"/>
                <a:cs typeface="PingFang SC"/>
              </a:rPr>
              <a:t>单测 Loop 方式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34151A-4BBA-404F-B941-6BA4074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19100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人工约 0.3–0.6 小时/单元</a:t>
            </a:r>
          </a:p>
        </p:txBody>
      </p:sp>
    </p:spTree>
    <p:extLst>
      <p:ext uri="{BB962C8B-B14F-4D97-AF65-F5344CB8AC3E}">
        <p14:creationId xmlns:p14="http://schemas.microsoft.com/office/powerpoint/2010/main" val="18170631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3E908C-5460-4548-A2FD-6D4CFC35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EE42-050D-43E8-8992-F15B8B32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先小范围试点，用真实数据验证价值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66B9B-55E5-4481-A095-9A04062F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86E6A-D76A-4A7B-8FEB-6C003716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从 1 个仓库和 1 个小包开始，运行 2–4 周，再决定是否扩大范围。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90C31-CBD4-4E8C-B9B9-48F23BE7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E0EA"/>
          </a:solidFill>
          <a:ln xmlns:a="http://schemas.openxmlformats.org/drawingml/2006/main" w="0">
            <a:solidFill>
              <a:srgbClr val="D8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E38CD-72B0-499E-B3B3-4845C1BF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94A3B8"/>
                </a:solidFill>
                <a:latin typeface="PingFang SC"/>
                <a:ea typeface="PingFang SC"/>
                <a:cs typeface="PingFang SC"/>
              </a:rPr>
              <a:t>Loop 项目领导简版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4D11D3-D74E-4EA1-8CE8-E79097DB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C2D69-F930-4037-AE96-BAD418BA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97238-85B1-4027-A255-08B2747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97607-95B9-46E9-AD52-49E3876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C63C8-1067-4FFA-96DD-933826BE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7C3AED"/>
                </a:solidFill>
                <a:latin typeface="PingFang SC"/>
                <a:ea typeface="PingFang SC"/>
                <a:cs typeface="PingFang SC"/>
              </a:rPr>
              <a:t>为什么值得试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25BB1-4394-4096-A808-D0CAD062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管理价值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08983-A8D3-47A9-8FEB-27219BD3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4495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减少重复投入；统一交付口径；过程可追溯；失败有上限；关键结果仍由人工确认。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B23ED-5AA0-494A-A6BC-10EEFF81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F68D8-5533-4C37-A468-5B9E07F7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85950"/>
            <a:ext cx="66675" cy="2857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407B3-31F7-4BE6-BCC3-40B6FFB2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57400"/>
            <a:ext cx="1295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8B3CD2-2B05-4E6E-976E-A3B3304C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145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0891B2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891B2"/>
                </a:solidFill>
                <a:latin typeface="PingFang SC"/>
                <a:ea typeface="PingFang SC"/>
                <a:cs typeface="PingFang SC"/>
              </a:rPr>
              <a:t>如何验证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9304D5-7CF7-4872-8934-2F30C719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765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试点关注四个指标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CC6E0-01F8-4999-B52D-560C0846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4958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4748B"/>
                </a:solidFill>
                <a:latin typeface="PingFang SC"/>
                <a:ea typeface="PingFang SC"/>
                <a:cs typeface="PingFang SC"/>
              </a:rPr>
              <a:t>人工工时、交付成功率、人工接管率、返工率。用真实数据比较试点前后变化。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2F11B-DAC8-49B6-8B1C-A3EEB4F5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19700"/>
            <a:ext cx="571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57B2C8-BC6E-4396-865E-DE2F1F0F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563EB"/>
                </a:solidFill>
                <a:latin typeface="PingFang SC"/>
                <a:ea typeface="PingFang SC"/>
                <a:cs typeface="PingFang SC"/>
              </a:rPr>
              <a:t>建议决策：批准小范围试点，以结果决定扩展，不以概念决定投入。</a:t>
            </a:r>
          </a:p>
        </p:txBody>
      </p:sp>
    </p:spTree>
    <p:extLst>
      <p:ext uri="{BB962C8B-B14F-4D97-AF65-F5344CB8AC3E}">
        <p14:creationId xmlns:p14="http://schemas.microsoft.com/office/powerpoint/2010/main" val="1403386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2026-07-15T08:17:31.5210000Z</dcterms:created>
  <dcterms:modified xsi:type="dcterms:W3CDTF">2026-07-15T08:17:31.5210000Z</dcterms:modified>
</coreProperties>
</file>